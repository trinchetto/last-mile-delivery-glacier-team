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7.xml" ContentType="application/vnd.openxmlformats-officedocument.theme+xml"/>
  <Override PartName="/ppt/theme/theme8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674" r:id="rId4"/>
    <p:sldMasterId id="2147487822" r:id="rId5"/>
    <p:sldMasterId id="2147487820" r:id="rId6"/>
    <p:sldMasterId id="2147487821" r:id="rId7"/>
    <p:sldMasterId id="2147487852" r:id="rId8"/>
    <p:sldMasterId id="2147487826" r:id="rId9"/>
  </p:sldMasterIdLst>
  <p:notesMasterIdLst>
    <p:notesMasterId r:id="rId14"/>
  </p:notesMasterIdLst>
  <p:handoutMasterIdLst>
    <p:handoutMasterId r:id="rId15"/>
  </p:handoutMasterIdLst>
  <p:sldIdLst>
    <p:sldId id="307" r:id="rId10"/>
    <p:sldId id="308" r:id="rId11"/>
    <p:sldId id="309" r:id="rId12"/>
    <p:sldId id="305" r:id="rId13"/>
  </p:sldIdLst>
  <p:sldSz cx="12188825" cy="6858000"/>
  <p:notesSz cx="6794500" cy="9931400"/>
  <p:custDataLst>
    <p:tags r:id="rId16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CEED57-C1D4-B54B-AD3A-8B43FB908B55}">
          <p14:sldIdLst>
            <p14:sldId id="307"/>
            <p14:sldId id="308"/>
            <p14:sldId id="309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6" userDrawn="1">
          <p15:clr>
            <a:srgbClr val="A4A3A4"/>
          </p15:clr>
        </p15:guide>
        <p15:guide id="9" pos="337" userDrawn="1">
          <p15:clr>
            <a:srgbClr val="A4A3A4"/>
          </p15:clr>
        </p15:guide>
        <p15:guide id="12" pos="7352" userDrawn="1">
          <p15:clr>
            <a:srgbClr val="A4A3A4"/>
          </p15:clr>
        </p15:guide>
        <p15:guide id="18" orient="horz" pos="954" userDrawn="1">
          <p15:clr>
            <a:srgbClr val="A4A3A4"/>
          </p15:clr>
        </p15:guide>
        <p15:guide id="19" orient="horz" pos="3972" userDrawn="1">
          <p15:clr>
            <a:srgbClr val="A4A3A4"/>
          </p15:clr>
        </p15:guide>
        <p15:guide id="20" orient="horz" pos="341" userDrawn="1">
          <p15:clr>
            <a:srgbClr val="A4A3A4"/>
          </p15:clr>
        </p15:guide>
        <p15:guide id="21" pos="3688" userDrawn="1">
          <p15:clr>
            <a:srgbClr val="A4A3A4"/>
          </p15:clr>
        </p15:guide>
        <p15:guide id="22" pos="4006" userDrawn="1">
          <p15:clr>
            <a:srgbClr val="A4A3A4"/>
          </p15:clr>
        </p15:guide>
        <p15:guide id="26" orient="horz" pos="3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 userDrawn="1">
          <p15:clr>
            <a:srgbClr val="A4A3A4"/>
          </p15:clr>
        </p15:guide>
        <p15:guide id="2" pos="2100" userDrawn="1">
          <p15:clr>
            <a:srgbClr val="A4A3A4"/>
          </p15:clr>
        </p15:guide>
        <p15:guide id="3" orient="horz" pos="3128" userDrawn="1">
          <p15:clr>
            <a:srgbClr val="A4A3A4"/>
          </p15:clr>
        </p15:guide>
        <p15:guide id="4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93999E"/>
    <a:srgbClr val="425563"/>
    <a:srgbClr val="6ABEAA"/>
    <a:srgbClr val="78736E"/>
    <a:srgbClr val="FFCD00"/>
    <a:srgbClr val="425559"/>
    <a:srgbClr val="425509"/>
    <a:srgbClr val="435363"/>
    <a:srgbClr val="FEC40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37944-1D04-DE66-1F48-727867A151DB}" v="186" dt="2025-12-16T09:51:07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93" autoAdjust="0"/>
  </p:normalViewPr>
  <p:slideViewPr>
    <p:cSldViewPr snapToGrid="0">
      <p:cViewPr varScale="1">
        <p:scale>
          <a:sx n="83" d="100"/>
          <a:sy n="83" d="100"/>
        </p:scale>
        <p:origin x="1644" y="300"/>
      </p:cViewPr>
      <p:guideLst>
        <p:guide orient="horz" pos="756"/>
        <p:guide pos="337"/>
        <p:guide pos="7352"/>
        <p:guide orient="horz" pos="954"/>
        <p:guide orient="horz" pos="3972"/>
        <p:guide orient="horz" pos="341"/>
        <p:guide pos="3688"/>
        <p:guide pos="4006"/>
        <p:guide orient="horz" pos="37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1"/>
        <p:guide pos="2100"/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82" cy="496089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300" y="0"/>
            <a:ext cx="2943582" cy="496089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F1E7BD1C-6077-49B9-AD86-FCC464CFBBDF}" type="datetimeFigureOut">
              <a:rPr lang="sv-SE" sz="1000">
                <a:latin typeface="Arial" pitchFamily="34" charset="0"/>
                <a:cs typeface="Arial" pitchFamily="34" charset="0"/>
              </a:rPr>
              <a:pPr/>
              <a:t>2025-12-16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706"/>
            <a:ext cx="2943582" cy="496089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300" y="9433706"/>
            <a:ext cx="2943582" cy="496089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55105871-A7B0-4F7A-B410-5E80825E43B7}" type="slidenum">
              <a:rPr lang="en-US" sz="100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124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6571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1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BF349BDD-A716-4567-A7E4-284060E25589}" type="datetimeFigureOut">
              <a:rPr lang="sv-SE" smtClean="0"/>
              <a:pPr/>
              <a:t>2025-12-16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35050" y="630238"/>
            <a:ext cx="4846638" cy="2727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338" y="3520772"/>
            <a:ext cx="5410712" cy="5665773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marL="0" marR="0" lvl="0" indent="0" algn="l" defTabSz="924458" rtl="0" eaLnBrk="1" fontAlgn="auto" latinLnBrk="0" hangingPunct="1">
              <a:lnSpc>
                <a:spcPct val="100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Click to edit Master text styles</a:t>
            </a:r>
          </a:p>
          <a:p>
            <a:pPr marL="138027" marR="0" lvl="1" indent="-138027" algn="l" defTabSz="924458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202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Second level</a:t>
            </a:r>
          </a:p>
          <a:p>
            <a:pPr marL="261609" marR="0" lvl="2" indent="-123583" algn="l" defTabSz="9244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1"/>
              </a:spcAft>
              <a:buClrTx/>
              <a:buSzTx/>
              <a:buFont typeface="Calibri" pitchFamily="34" charset="0"/>
              <a:buChar char="–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Third level</a:t>
            </a:r>
          </a:p>
          <a:p>
            <a:pPr marL="1386688" marR="0" lvl="3" indent="0" algn="l" defTabSz="9244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Fourth level</a:t>
            </a:r>
          </a:p>
          <a:p>
            <a:pPr marL="1848917" marR="0" lvl="4" indent="0" algn="l" defTabSz="9244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7"/>
            <a:ext cx="2944283" cy="496571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6571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A454F1E0-36F4-4EC9-B403-227A336897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093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defTabSz="914400" rtl="0" eaLnBrk="1" fontAlgn="auto" latinLnBrk="0" hangingPunct="1">
      <a:lnSpc>
        <a:spcPct val="100000"/>
      </a:lnSpc>
      <a:spcBef>
        <a:spcPts val="30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36525" marR="0" indent="-136525" algn="l" defTabSz="914400" rtl="0" eaLnBrk="1" fontAlgn="auto" latinLnBrk="0" hangingPunct="1">
      <a:lnSpc>
        <a:spcPct val="100000"/>
      </a:lnSpc>
      <a:spcBef>
        <a:spcPts val="100"/>
      </a:spcBef>
      <a:spcAft>
        <a:spcPts val="200"/>
      </a:spcAft>
      <a:buClrTx/>
      <a:buSzTx/>
      <a:buFont typeface="Arial" pitchFamily="34" charset="0"/>
      <a:buChar char="•"/>
      <a:tabLst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258763" marR="0" indent="-122238" algn="l" defTabSz="914400" rtl="0" eaLnBrk="1" fontAlgn="auto" latinLnBrk="0" hangingPunct="1">
      <a:lnSpc>
        <a:spcPct val="100000"/>
      </a:lnSpc>
      <a:spcBef>
        <a:spcPts val="0"/>
      </a:spcBef>
      <a:spcAft>
        <a:spcPts val="100"/>
      </a:spcAft>
      <a:buClrTx/>
      <a:buSzTx/>
      <a:buFont typeface="Calibri" pitchFamily="34" charset="0"/>
      <a:buChar char="–"/>
      <a:tabLst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0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0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88825" cy="5187360"/>
          </a:xfrm>
          <a:custGeom>
            <a:avLst/>
            <a:gdLst>
              <a:gd name="connsiteX0" fmla="*/ 0 w 12210855"/>
              <a:gd name="connsiteY0" fmla="*/ 6858000 h 7620000"/>
              <a:gd name="connsiteX1" fmla="*/ 12195175 w 12210855"/>
              <a:gd name="connsiteY1" fmla="*/ 6858000 h 7620000"/>
              <a:gd name="connsiteX2" fmla="*/ 12210855 w 12210855"/>
              <a:gd name="connsiteY2" fmla="*/ 6945764 h 7620000"/>
              <a:gd name="connsiteX3" fmla="*/ 0 w 12210855"/>
              <a:gd name="connsiteY3" fmla="*/ 7620000 h 7620000"/>
              <a:gd name="connsiteX4" fmla="*/ 0 w 12210855"/>
              <a:gd name="connsiteY4" fmla="*/ 6858000 h 7620000"/>
              <a:gd name="connsiteX5" fmla="*/ 0 w 12210855"/>
              <a:gd name="connsiteY5" fmla="*/ 0 h 7620000"/>
              <a:gd name="connsiteX6" fmla="*/ 12195175 w 12210855"/>
              <a:gd name="connsiteY6" fmla="*/ 0 h 7620000"/>
              <a:gd name="connsiteX7" fmla="*/ 12195175 w 12210855"/>
              <a:gd name="connsiteY7" fmla="*/ 5053013 h 7620000"/>
              <a:gd name="connsiteX8" fmla="*/ 1175111 w 12210855"/>
              <a:gd name="connsiteY8" fmla="*/ 5053013 h 7620000"/>
              <a:gd name="connsiteX9" fmla="*/ 961835 w 12210855"/>
              <a:gd name="connsiteY9" fmla="*/ 5176147 h 7620000"/>
              <a:gd name="connsiteX10" fmla="*/ 941474 w 12210855"/>
              <a:gd name="connsiteY10" fmla="*/ 5184556 h 7620000"/>
              <a:gd name="connsiteX11" fmla="*/ 919987 w 12210855"/>
              <a:gd name="connsiteY11" fmla="*/ 5187360 h 7620000"/>
              <a:gd name="connsiteX12" fmla="*/ 898500 w 12210855"/>
              <a:gd name="connsiteY12" fmla="*/ 5184556 h 7620000"/>
              <a:gd name="connsiteX13" fmla="*/ 878140 w 12210855"/>
              <a:gd name="connsiteY13" fmla="*/ 5176147 h 7620000"/>
              <a:gd name="connsiteX14" fmla="*/ 664866 w 12210855"/>
              <a:gd name="connsiteY14" fmla="*/ 5053013 h 7620000"/>
              <a:gd name="connsiteX15" fmla="*/ 0 w 12210855"/>
              <a:gd name="connsiteY15" fmla="*/ 5053013 h 7620000"/>
              <a:gd name="connsiteX16" fmla="*/ 0 w 12210855"/>
              <a:gd name="connsiteY16" fmla="*/ 0 h 7620000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0 w 12210855"/>
              <a:gd name="connsiteY3" fmla="*/ 694576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3175 w 12210855"/>
              <a:gd name="connsiteY3" fmla="*/ 686321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198155"/>
              <a:gd name="connsiteY0" fmla="*/ 6858000 h 6863214"/>
              <a:gd name="connsiteX1" fmla="*/ 12195175 w 12198155"/>
              <a:gd name="connsiteY1" fmla="*/ 6858000 h 6863214"/>
              <a:gd name="connsiteX2" fmla="*/ 12198155 w 12198155"/>
              <a:gd name="connsiteY2" fmla="*/ 6860039 h 6863214"/>
              <a:gd name="connsiteX3" fmla="*/ 3175 w 12198155"/>
              <a:gd name="connsiteY3" fmla="*/ 6863214 h 6863214"/>
              <a:gd name="connsiteX4" fmla="*/ 0 w 12198155"/>
              <a:gd name="connsiteY4" fmla="*/ 6858000 h 6863214"/>
              <a:gd name="connsiteX5" fmla="*/ 0 w 12198155"/>
              <a:gd name="connsiteY5" fmla="*/ 0 h 6863214"/>
              <a:gd name="connsiteX6" fmla="*/ 12195175 w 12198155"/>
              <a:gd name="connsiteY6" fmla="*/ 0 h 6863214"/>
              <a:gd name="connsiteX7" fmla="*/ 12195175 w 12198155"/>
              <a:gd name="connsiteY7" fmla="*/ 5053013 h 6863214"/>
              <a:gd name="connsiteX8" fmla="*/ 1175111 w 12198155"/>
              <a:gd name="connsiteY8" fmla="*/ 5053013 h 6863214"/>
              <a:gd name="connsiteX9" fmla="*/ 961835 w 12198155"/>
              <a:gd name="connsiteY9" fmla="*/ 5176147 h 6863214"/>
              <a:gd name="connsiteX10" fmla="*/ 941474 w 12198155"/>
              <a:gd name="connsiteY10" fmla="*/ 5184556 h 6863214"/>
              <a:gd name="connsiteX11" fmla="*/ 919987 w 12198155"/>
              <a:gd name="connsiteY11" fmla="*/ 5187360 h 6863214"/>
              <a:gd name="connsiteX12" fmla="*/ 898500 w 12198155"/>
              <a:gd name="connsiteY12" fmla="*/ 5184556 h 6863214"/>
              <a:gd name="connsiteX13" fmla="*/ 878140 w 12198155"/>
              <a:gd name="connsiteY13" fmla="*/ 5176147 h 6863214"/>
              <a:gd name="connsiteX14" fmla="*/ 664866 w 12198155"/>
              <a:gd name="connsiteY14" fmla="*/ 5053013 h 6863214"/>
              <a:gd name="connsiteX15" fmla="*/ 0 w 12198155"/>
              <a:gd name="connsiteY15" fmla="*/ 5053013 h 6863214"/>
              <a:gd name="connsiteX16" fmla="*/ 0 w 1219815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5455 w 12195175"/>
              <a:gd name="connsiteY2" fmla="*/ 6834639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64350 h 6864350"/>
              <a:gd name="connsiteX1" fmla="*/ 12195175 w 12195175"/>
              <a:gd name="connsiteY1" fmla="*/ 6858000 h 6864350"/>
              <a:gd name="connsiteX2" fmla="*/ 12188630 w 12195175"/>
              <a:gd name="connsiteY2" fmla="*/ 6863214 h 6864350"/>
              <a:gd name="connsiteX3" fmla="*/ 3175 w 12195175"/>
              <a:gd name="connsiteY3" fmla="*/ 6863214 h 6864350"/>
              <a:gd name="connsiteX4" fmla="*/ 0 w 12195175"/>
              <a:gd name="connsiteY4" fmla="*/ 6864350 h 6864350"/>
              <a:gd name="connsiteX5" fmla="*/ 0 w 12195175"/>
              <a:gd name="connsiteY5" fmla="*/ 0 h 6864350"/>
              <a:gd name="connsiteX6" fmla="*/ 12195175 w 12195175"/>
              <a:gd name="connsiteY6" fmla="*/ 0 h 6864350"/>
              <a:gd name="connsiteX7" fmla="*/ 12195175 w 12195175"/>
              <a:gd name="connsiteY7" fmla="*/ 5053013 h 6864350"/>
              <a:gd name="connsiteX8" fmla="*/ 1175111 w 12195175"/>
              <a:gd name="connsiteY8" fmla="*/ 5053013 h 6864350"/>
              <a:gd name="connsiteX9" fmla="*/ 961835 w 12195175"/>
              <a:gd name="connsiteY9" fmla="*/ 5176147 h 6864350"/>
              <a:gd name="connsiteX10" fmla="*/ 941474 w 12195175"/>
              <a:gd name="connsiteY10" fmla="*/ 5184556 h 6864350"/>
              <a:gd name="connsiteX11" fmla="*/ 919987 w 12195175"/>
              <a:gd name="connsiteY11" fmla="*/ 5187360 h 6864350"/>
              <a:gd name="connsiteX12" fmla="*/ 898500 w 12195175"/>
              <a:gd name="connsiteY12" fmla="*/ 5184556 h 6864350"/>
              <a:gd name="connsiteX13" fmla="*/ 878140 w 12195175"/>
              <a:gd name="connsiteY13" fmla="*/ 5176147 h 6864350"/>
              <a:gd name="connsiteX14" fmla="*/ 664866 w 12195175"/>
              <a:gd name="connsiteY14" fmla="*/ 5053013 h 6864350"/>
              <a:gd name="connsiteX15" fmla="*/ 0 w 12195175"/>
              <a:gd name="connsiteY15" fmla="*/ 5053013 h 6864350"/>
              <a:gd name="connsiteX16" fmla="*/ 0 w 12195175"/>
              <a:gd name="connsiteY16" fmla="*/ 0 h 6864350"/>
              <a:gd name="connsiteX0" fmla="*/ 0 w 12195175"/>
              <a:gd name="connsiteY0" fmla="*/ 6864350 h 6864350"/>
              <a:gd name="connsiteX1" fmla="*/ 12195175 w 12195175"/>
              <a:gd name="connsiteY1" fmla="*/ 6858000 h 6864350"/>
              <a:gd name="connsiteX2" fmla="*/ 3175 w 12195175"/>
              <a:gd name="connsiteY2" fmla="*/ 6863214 h 6864350"/>
              <a:gd name="connsiteX3" fmla="*/ 0 w 12195175"/>
              <a:gd name="connsiteY3" fmla="*/ 6864350 h 6864350"/>
              <a:gd name="connsiteX4" fmla="*/ 0 w 12195175"/>
              <a:gd name="connsiteY4" fmla="*/ 0 h 6864350"/>
              <a:gd name="connsiteX5" fmla="*/ 12195175 w 12195175"/>
              <a:gd name="connsiteY5" fmla="*/ 0 h 6864350"/>
              <a:gd name="connsiteX6" fmla="*/ 12195175 w 12195175"/>
              <a:gd name="connsiteY6" fmla="*/ 5053013 h 6864350"/>
              <a:gd name="connsiteX7" fmla="*/ 1175111 w 12195175"/>
              <a:gd name="connsiteY7" fmla="*/ 5053013 h 6864350"/>
              <a:gd name="connsiteX8" fmla="*/ 961835 w 12195175"/>
              <a:gd name="connsiteY8" fmla="*/ 5176147 h 6864350"/>
              <a:gd name="connsiteX9" fmla="*/ 941474 w 12195175"/>
              <a:gd name="connsiteY9" fmla="*/ 5184556 h 6864350"/>
              <a:gd name="connsiteX10" fmla="*/ 919987 w 12195175"/>
              <a:gd name="connsiteY10" fmla="*/ 5187360 h 6864350"/>
              <a:gd name="connsiteX11" fmla="*/ 898500 w 12195175"/>
              <a:gd name="connsiteY11" fmla="*/ 5184556 h 6864350"/>
              <a:gd name="connsiteX12" fmla="*/ 878140 w 12195175"/>
              <a:gd name="connsiteY12" fmla="*/ 5176147 h 6864350"/>
              <a:gd name="connsiteX13" fmla="*/ 664866 w 12195175"/>
              <a:gd name="connsiteY13" fmla="*/ 5053013 h 6864350"/>
              <a:gd name="connsiteX14" fmla="*/ 0 w 12195175"/>
              <a:gd name="connsiteY14" fmla="*/ 5053013 h 6864350"/>
              <a:gd name="connsiteX15" fmla="*/ 0 w 12195175"/>
              <a:gd name="connsiteY15" fmla="*/ 0 h 6864350"/>
              <a:gd name="connsiteX0" fmla="*/ 0 w 12195175"/>
              <a:gd name="connsiteY0" fmla="*/ 6864350 h 6864350"/>
              <a:gd name="connsiteX1" fmla="*/ 3175 w 12195175"/>
              <a:gd name="connsiteY1" fmla="*/ 6863214 h 6864350"/>
              <a:gd name="connsiteX2" fmla="*/ 0 w 12195175"/>
              <a:gd name="connsiteY2" fmla="*/ 6864350 h 6864350"/>
              <a:gd name="connsiteX3" fmla="*/ 0 w 12195175"/>
              <a:gd name="connsiteY3" fmla="*/ 0 h 6864350"/>
              <a:gd name="connsiteX4" fmla="*/ 12195175 w 12195175"/>
              <a:gd name="connsiteY4" fmla="*/ 0 h 6864350"/>
              <a:gd name="connsiteX5" fmla="*/ 12195175 w 12195175"/>
              <a:gd name="connsiteY5" fmla="*/ 5053013 h 6864350"/>
              <a:gd name="connsiteX6" fmla="*/ 1175111 w 12195175"/>
              <a:gd name="connsiteY6" fmla="*/ 5053013 h 6864350"/>
              <a:gd name="connsiteX7" fmla="*/ 961835 w 12195175"/>
              <a:gd name="connsiteY7" fmla="*/ 5176147 h 6864350"/>
              <a:gd name="connsiteX8" fmla="*/ 941474 w 12195175"/>
              <a:gd name="connsiteY8" fmla="*/ 5184556 h 6864350"/>
              <a:gd name="connsiteX9" fmla="*/ 919987 w 12195175"/>
              <a:gd name="connsiteY9" fmla="*/ 5187360 h 6864350"/>
              <a:gd name="connsiteX10" fmla="*/ 898500 w 12195175"/>
              <a:gd name="connsiteY10" fmla="*/ 5184556 h 6864350"/>
              <a:gd name="connsiteX11" fmla="*/ 878140 w 12195175"/>
              <a:gd name="connsiteY11" fmla="*/ 5176147 h 6864350"/>
              <a:gd name="connsiteX12" fmla="*/ 664866 w 12195175"/>
              <a:gd name="connsiteY12" fmla="*/ 5053013 h 6864350"/>
              <a:gd name="connsiteX13" fmla="*/ 0 w 12195175"/>
              <a:gd name="connsiteY13" fmla="*/ 5053013 h 6864350"/>
              <a:gd name="connsiteX14" fmla="*/ 0 w 12195175"/>
              <a:gd name="connsiteY14" fmla="*/ 0 h 6864350"/>
              <a:gd name="connsiteX0" fmla="*/ 0 w 12195175"/>
              <a:gd name="connsiteY0" fmla="*/ 0 h 5187360"/>
              <a:gd name="connsiteX1" fmla="*/ 12195175 w 12195175"/>
              <a:gd name="connsiteY1" fmla="*/ 0 h 5187360"/>
              <a:gd name="connsiteX2" fmla="*/ 12195175 w 12195175"/>
              <a:gd name="connsiteY2" fmla="*/ 5053013 h 5187360"/>
              <a:gd name="connsiteX3" fmla="*/ 1175111 w 12195175"/>
              <a:gd name="connsiteY3" fmla="*/ 5053013 h 5187360"/>
              <a:gd name="connsiteX4" fmla="*/ 961835 w 12195175"/>
              <a:gd name="connsiteY4" fmla="*/ 5176147 h 5187360"/>
              <a:gd name="connsiteX5" fmla="*/ 941474 w 12195175"/>
              <a:gd name="connsiteY5" fmla="*/ 5184556 h 5187360"/>
              <a:gd name="connsiteX6" fmla="*/ 919987 w 12195175"/>
              <a:gd name="connsiteY6" fmla="*/ 5187360 h 5187360"/>
              <a:gd name="connsiteX7" fmla="*/ 898500 w 12195175"/>
              <a:gd name="connsiteY7" fmla="*/ 5184556 h 5187360"/>
              <a:gd name="connsiteX8" fmla="*/ 878140 w 12195175"/>
              <a:gd name="connsiteY8" fmla="*/ 5176147 h 5187360"/>
              <a:gd name="connsiteX9" fmla="*/ 664866 w 12195175"/>
              <a:gd name="connsiteY9" fmla="*/ 5053013 h 5187360"/>
              <a:gd name="connsiteX10" fmla="*/ 0 w 12195175"/>
              <a:gd name="connsiteY10" fmla="*/ 5053013 h 5187360"/>
              <a:gd name="connsiteX11" fmla="*/ 0 w 12195175"/>
              <a:gd name="connsiteY11" fmla="*/ 0 h 518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5175" h="5187360">
                <a:moveTo>
                  <a:pt x="0" y="0"/>
                </a:moveTo>
                <a:lnTo>
                  <a:pt x="12195175" y="0"/>
                </a:lnTo>
                <a:lnTo>
                  <a:pt x="12195175" y="5053013"/>
                </a:lnTo>
                <a:lnTo>
                  <a:pt x="1175111" y="5053013"/>
                </a:lnTo>
                <a:lnTo>
                  <a:pt x="961835" y="5176147"/>
                </a:lnTo>
                <a:lnTo>
                  <a:pt x="941474" y="5184556"/>
                </a:lnTo>
                <a:lnTo>
                  <a:pt x="919987" y="5187360"/>
                </a:lnTo>
                <a:lnTo>
                  <a:pt x="898500" y="5184556"/>
                </a:lnTo>
                <a:lnTo>
                  <a:pt x="878140" y="5176147"/>
                </a:lnTo>
                <a:lnTo>
                  <a:pt x="664866" y="5053013"/>
                </a:lnTo>
                <a:lnTo>
                  <a:pt x="0" y="5053013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8" name="Rectangle 2"/>
          <p:cNvSpPr/>
          <p:nvPr userDrawn="1"/>
        </p:nvSpPr>
        <p:spPr>
          <a:xfrm>
            <a:off x="0" y="5053014"/>
            <a:ext cx="12188825" cy="1804987"/>
          </a:xfrm>
          <a:custGeom>
            <a:avLst/>
            <a:gdLst/>
            <a:ahLst/>
            <a:cxnLst/>
            <a:rect l="l" t="t" r="r" b="b"/>
            <a:pathLst>
              <a:path w="12195175" h="1804987">
                <a:moveTo>
                  <a:pt x="0" y="0"/>
                </a:moveTo>
                <a:lnTo>
                  <a:pt x="664866" y="0"/>
                </a:lnTo>
                <a:lnTo>
                  <a:pt x="878140" y="123134"/>
                </a:lnTo>
                <a:lnTo>
                  <a:pt x="898500" y="131543"/>
                </a:lnTo>
                <a:lnTo>
                  <a:pt x="919987" y="134347"/>
                </a:lnTo>
                <a:lnTo>
                  <a:pt x="941474" y="131543"/>
                </a:lnTo>
                <a:lnTo>
                  <a:pt x="961835" y="123134"/>
                </a:lnTo>
                <a:lnTo>
                  <a:pt x="1175111" y="0"/>
                </a:lnTo>
                <a:lnTo>
                  <a:pt x="12195175" y="0"/>
                </a:lnTo>
                <a:lnTo>
                  <a:pt x="12195175" y="1804987"/>
                </a:lnTo>
                <a:lnTo>
                  <a:pt x="0" y="180498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33401" y="5577840"/>
            <a:ext cx="9236446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</a:t>
            </a:r>
            <a:r>
              <a:rPr lang="en-US" noProof="0"/>
              <a:t>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33401" y="6108192"/>
            <a:ext cx="9236446" cy="219456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639" y="5711756"/>
            <a:ext cx="1892232" cy="5125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954889" cy="6868758"/>
          </a:xfrm>
          <a:custGeom>
            <a:avLst/>
            <a:gdLst>
              <a:gd name="connsiteX0" fmla="*/ 0 w 12490450"/>
              <a:gd name="connsiteY0" fmla="*/ 10762 h 6868762"/>
              <a:gd name="connsiteX1" fmla="*/ 7977675 w 12490450"/>
              <a:gd name="connsiteY1" fmla="*/ 10762 h 6868762"/>
              <a:gd name="connsiteX2" fmla="*/ 7977675 w 12490450"/>
              <a:gd name="connsiteY2" fmla="*/ 2987143 h 6868762"/>
              <a:gd name="connsiteX3" fmla="*/ 7864713 w 12490450"/>
              <a:gd name="connsiteY3" fmla="*/ 3182801 h 6868762"/>
              <a:gd name="connsiteX4" fmla="*/ 7856303 w 12490450"/>
              <a:gd name="connsiteY4" fmla="*/ 3203162 h 6868762"/>
              <a:gd name="connsiteX5" fmla="*/ 7853500 w 12490450"/>
              <a:gd name="connsiteY5" fmla="*/ 3224649 h 6868762"/>
              <a:gd name="connsiteX6" fmla="*/ 7856303 w 12490450"/>
              <a:gd name="connsiteY6" fmla="*/ 3246136 h 6868762"/>
              <a:gd name="connsiteX7" fmla="*/ 7864713 w 12490450"/>
              <a:gd name="connsiteY7" fmla="*/ 3266496 h 6868762"/>
              <a:gd name="connsiteX8" fmla="*/ 7977675 w 12490450"/>
              <a:gd name="connsiteY8" fmla="*/ 3462152 h 6868762"/>
              <a:gd name="connsiteX9" fmla="*/ 7977675 w 12490450"/>
              <a:gd name="connsiteY9" fmla="*/ 6865781 h 6868762"/>
              <a:gd name="connsiteX10" fmla="*/ 12235176 w 12490450"/>
              <a:gd name="connsiteY10" fmla="*/ 6865781 h 6868762"/>
              <a:gd name="connsiteX11" fmla="*/ 12235176 w 12490450"/>
              <a:gd name="connsiteY11" fmla="*/ 10762 h 6868762"/>
              <a:gd name="connsiteX12" fmla="*/ 12237532 w 12490450"/>
              <a:gd name="connsiteY12" fmla="*/ 0 h 6868762"/>
              <a:gd name="connsiteX13" fmla="*/ 12490450 w 12490450"/>
              <a:gd name="connsiteY13" fmla="*/ 6868762 h 6868762"/>
              <a:gd name="connsiteX14" fmla="*/ 0 w 12490450"/>
              <a:gd name="connsiteY14" fmla="*/ 6868762 h 6868762"/>
              <a:gd name="connsiteX15" fmla="*/ 0 w 12490450"/>
              <a:gd name="connsiteY15" fmla="*/ 10762 h 6868762"/>
              <a:gd name="connsiteX0" fmla="*/ 0 w 12242914"/>
              <a:gd name="connsiteY0" fmla="*/ 10762 h 6868762"/>
              <a:gd name="connsiteX1" fmla="*/ 7977675 w 12242914"/>
              <a:gd name="connsiteY1" fmla="*/ 10762 h 6868762"/>
              <a:gd name="connsiteX2" fmla="*/ 7977675 w 12242914"/>
              <a:gd name="connsiteY2" fmla="*/ 2987143 h 6868762"/>
              <a:gd name="connsiteX3" fmla="*/ 7864713 w 12242914"/>
              <a:gd name="connsiteY3" fmla="*/ 3182801 h 6868762"/>
              <a:gd name="connsiteX4" fmla="*/ 7856303 w 12242914"/>
              <a:gd name="connsiteY4" fmla="*/ 3203162 h 6868762"/>
              <a:gd name="connsiteX5" fmla="*/ 7853500 w 12242914"/>
              <a:gd name="connsiteY5" fmla="*/ 3224649 h 6868762"/>
              <a:gd name="connsiteX6" fmla="*/ 7856303 w 12242914"/>
              <a:gd name="connsiteY6" fmla="*/ 3246136 h 6868762"/>
              <a:gd name="connsiteX7" fmla="*/ 7864713 w 12242914"/>
              <a:gd name="connsiteY7" fmla="*/ 3266496 h 6868762"/>
              <a:gd name="connsiteX8" fmla="*/ 7977675 w 12242914"/>
              <a:gd name="connsiteY8" fmla="*/ 3462152 h 6868762"/>
              <a:gd name="connsiteX9" fmla="*/ 7977675 w 12242914"/>
              <a:gd name="connsiteY9" fmla="*/ 6865781 h 6868762"/>
              <a:gd name="connsiteX10" fmla="*/ 12235176 w 12242914"/>
              <a:gd name="connsiteY10" fmla="*/ 6865781 h 6868762"/>
              <a:gd name="connsiteX11" fmla="*/ 12235176 w 12242914"/>
              <a:gd name="connsiteY11" fmla="*/ 10762 h 6868762"/>
              <a:gd name="connsiteX12" fmla="*/ 12237532 w 12242914"/>
              <a:gd name="connsiteY12" fmla="*/ 0 h 6868762"/>
              <a:gd name="connsiteX13" fmla="*/ 12242914 w 12242914"/>
              <a:gd name="connsiteY13" fmla="*/ 6868762 h 6868762"/>
              <a:gd name="connsiteX14" fmla="*/ 0 w 12242914"/>
              <a:gd name="connsiteY14" fmla="*/ 6868762 h 6868762"/>
              <a:gd name="connsiteX15" fmla="*/ 0 w 12242914"/>
              <a:gd name="connsiteY15" fmla="*/ 10762 h 6868762"/>
              <a:gd name="connsiteX0" fmla="*/ 0 w 12242914"/>
              <a:gd name="connsiteY0" fmla="*/ 0 h 6858000"/>
              <a:gd name="connsiteX1" fmla="*/ 7977675 w 12242914"/>
              <a:gd name="connsiteY1" fmla="*/ 0 h 6858000"/>
              <a:gd name="connsiteX2" fmla="*/ 7977675 w 12242914"/>
              <a:gd name="connsiteY2" fmla="*/ 2976381 h 6858000"/>
              <a:gd name="connsiteX3" fmla="*/ 7864713 w 12242914"/>
              <a:gd name="connsiteY3" fmla="*/ 3172039 h 6858000"/>
              <a:gd name="connsiteX4" fmla="*/ 7856303 w 12242914"/>
              <a:gd name="connsiteY4" fmla="*/ 3192400 h 6858000"/>
              <a:gd name="connsiteX5" fmla="*/ 7853500 w 12242914"/>
              <a:gd name="connsiteY5" fmla="*/ 3213887 h 6858000"/>
              <a:gd name="connsiteX6" fmla="*/ 7856303 w 12242914"/>
              <a:gd name="connsiteY6" fmla="*/ 3235374 h 6858000"/>
              <a:gd name="connsiteX7" fmla="*/ 7864713 w 12242914"/>
              <a:gd name="connsiteY7" fmla="*/ 3255734 h 6858000"/>
              <a:gd name="connsiteX8" fmla="*/ 7977675 w 12242914"/>
              <a:gd name="connsiteY8" fmla="*/ 3451390 h 6858000"/>
              <a:gd name="connsiteX9" fmla="*/ 7977675 w 12242914"/>
              <a:gd name="connsiteY9" fmla="*/ 6855019 h 6858000"/>
              <a:gd name="connsiteX10" fmla="*/ 12235176 w 12242914"/>
              <a:gd name="connsiteY10" fmla="*/ 6855019 h 6858000"/>
              <a:gd name="connsiteX11" fmla="*/ 12235176 w 12242914"/>
              <a:gd name="connsiteY11" fmla="*/ 0 h 6858000"/>
              <a:gd name="connsiteX12" fmla="*/ 12242914 w 12242914"/>
              <a:gd name="connsiteY12" fmla="*/ 6858000 h 6858000"/>
              <a:gd name="connsiteX13" fmla="*/ 0 w 12242914"/>
              <a:gd name="connsiteY13" fmla="*/ 6858000 h 6858000"/>
              <a:gd name="connsiteX14" fmla="*/ 0 w 12242914"/>
              <a:gd name="connsiteY14" fmla="*/ 0 h 6858000"/>
              <a:gd name="connsiteX0" fmla="*/ 0 w 12242914"/>
              <a:gd name="connsiteY0" fmla="*/ 0 h 6858000"/>
              <a:gd name="connsiteX1" fmla="*/ 7977675 w 12242914"/>
              <a:gd name="connsiteY1" fmla="*/ 0 h 6858000"/>
              <a:gd name="connsiteX2" fmla="*/ 7977675 w 12242914"/>
              <a:gd name="connsiteY2" fmla="*/ 2976381 h 6858000"/>
              <a:gd name="connsiteX3" fmla="*/ 7864713 w 12242914"/>
              <a:gd name="connsiteY3" fmla="*/ 3172039 h 6858000"/>
              <a:gd name="connsiteX4" fmla="*/ 7856303 w 12242914"/>
              <a:gd name="connsiteY4" fmla="*/ 3192400 h 6858000"/>
              <a:gd name="connsiteX5" fmla="*/ 7853500 w 12242914"/>
              <a:gd name="connsiteY5" fmla="*/ 3213887 h 6858000"/>
              <a:gd name="connsiteX6" fmla="*/ 7856303 w 12242914"/>
              <a:gd name="connsiteY6" fmla="*/ 3235374 h 6858000"/>
              <a:gd name="connsiteX7" fmla="*/ 7864713 w 12242914"/>
              <a:gd name="connsiteY7" fmla="*/ 3255734 h 6858000"/>
              <a:gd name="connsiteX8" fmla="*/ 7977675 w 12242914"/>
              <a:gd name="connsiteY8" fmla="*/ 3451390 h 6858000"/>
              <a:gd name="connsiteX9" fmla="*/ 7977675 w 12242914"/>
              <a:gd name="connsiteY9" fmla="*/ 6855019 h 6858000"/>
              <a:gd name="connsiteX10" fmla="*/ 12235176 w 12242914"/>
              <a:gd name="connsiteY10" fmla="*/ 6855019 h 6858000"/>
              <a:gd name="connsiteX11" fmla="*/ 12242914 w 12242914"/>
              <a:gd name="connsiteY11" fmla="*/ 6858000 h 6858000"/>
              <a:gd name="connsiteX12" fmla="*/ 0 w 12242914"/>
              <a:gd name="connsiteY12" fmla="*/ 6858000 h 6858000"/>
              <a:gd name="connsiteX13" fmla="*/ 0 w 12242914"/>
              <a:gd name="connsiteY13" fmla="*/ 0 h 6858000"/>
              <a:gd name="connsiteX0" fmla="*/ 0 w 12235176"/>
              <a:gd name="connsiteY0" fmla="*/ 0 h 6858000"/>
              <a:gd name="connsiteX1" fmla="*/ 7977675 w 12235176"/>
              <a:gd name="connsiteY1" fmla="*/ 0 h 6858000"/>
              <a:gd name="connsiteX2" fmla="*/ 7977675 w 12235176"/>
              <a:gd name="connsiteY2" fmla="*/ 2976381 h 6858000"/>
              <a:gd name="connsiteX3" fmla="*/ 7864713 w 12235176"/>
              <a:gd name="connsiteY3" fmla="*/ 3172039 h 6858000"/>
              <a:gd name="connsiteX4" fmla="*/ 7856303 w 12235176"/>
              <a:gd name="connsiteY4" fmla="*/ 3192400 h 6858000"/>
              <a:gd name="connsiteX5" fmla="*/ 7853500 w 12235176"/>
              <a:gd name="connsiteY5" fmla="*/ 3213887 h 6858000"/>
              <a:gd name="connsiteX6" fmla="*/ 7856303 w 12235176"/>
              <a:gd name="connsiteY6" fmla="*/ 3235374 h 6858000"/>
              <a:gd name="connsiteX7" fmla="*/ 7864713 w 12235176"/>
              <a:gd name="connsiteY7" fmla="*/ 3255734 h 6858000"/>
              <a:gd name="connsiteX8" fmla="*/ 7977675 w 12235176"/>
              <a:gd name="connsiteY8" fmla="*/ 3451390 h 6858000"/>
              <a:gd name="connsiteX9" fmla="*/ 7977675 w 12235176"/>
              <a:gd name="connsiteY9" fmla="*/ 6855019 h 6858000"/>
              <a:gd name="connsiteX10" fmla="*/ 12235176 w 12235176"/>
              <a:gd name="connsiteY10" fmla="*/ 6855019 h 6858000"/>
              <a:gd name="connsiteX11" fmla="*/ 0 w 12235176"/>
              <a:gd name="connsiteY11" fmla="*/ 6858000 h 6858000"/>
              <a:gd name="connsiteX12" fmla="*/ 0 w 12235176"/>
              <a:gd name="connsiteY12" fmla="*/ 0 h 6858000"/>
              <a:gd name="connsiteX0" fmla="*/ 0 w 7977675"/>
              <a:gd name="connsiteY0" fmla="*/ 0 h 6858000"/>
              <a:gd name="connsiteX1" fmla="*/ 7977675 w 7977675"/>
              <a:gd name="connsiteY1" fmla="*/ 0 h 6858000"/>
              <a:gd name="connsiteX2" fmla="*/ 7977675 w 7977675"/>
              <a:gd name="connsiteY2" fmla="*/ 2976381 h 6858000"/>
              <a:gd name="connsiteX3" fmla="*/ 7864713 w 7977675"/>
              <a:gd name="connsiteY3" fmla="*/ 3172039 h 6858000"/>
              <a:gd name="connsiteX4" fmla="*/ 7856303 w 7977675"/>
              <a:gd name="connsiteY4" fmla="*/ 3192400 h 6858000"/>
              <a:gd name="connsiteX5" fmla="*/ 7853500 w 7977675"/>
              <a:gd name="connsiteY5" fmla="*/ 3213887 h 6858000"/>
              <a:gd name="connsiteX6" fmla="*/ 7856303 w 7977675"/>
              <a:gd name="connsiteY6" fmla="*/ 3235374 h 6858000"/>
              <a:gd name="connsiteX7" fmla="*/ 7864713 w 7977675"/>
              <a:gd name="connsiteY7" fmla="*/ 3255734 h 6858000"/>
              <a:gd name="connsiteX8" fmla="*/ 7977675 w 7977675"/>
              <a:gd name="connsiteY8" fmla="*/ 3451390 h 6858000"/>
              <a:gd name="connsiteX9" fmla="*/ 7977675 w 7977675"/>
              <a:gd name="connsiteY9" fmla="*/ 6855019 h 6858000"/>
              <a:gd name="connsiteX10" fmla="*/ 0 w 7977675"/>
              <a:gd name="connsiteY10" fmla="*/ 6858000 h 6858000"/>
              <a:gd name="connsiteX11" fmla="*/ 0 w 7977675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77675" h="6858000">
                <a:moveTo>
                  <a:pt x="0" y="0"/>
                </a:moveTo>
                <a:lnTo>
                  <a:pt x="7977675" y="0"/>
                </a:lnTo>
                <a:lnTo>
                  <a:pt x="7977675" y="2976381"/>
                </a:lnTo>
                <a:lnTo>
                  <a:pt x="7864713" y="3172039"/>
                </a:lnTo>
                <a:lnTo>
                  <a:pt x="7856303" y="3192400"/>
                </a:lnTo>
                <a:lnTo>
                  <a:pt x="7853500" y="3213887"/>
                </a:lnTo>
                <a:lnTo>
                  <a:pt x="7856303" y="3235374"/>
                </a:lnTo>
                <a:lnTo>
                  <a:pt x="7864713" y="3255734"/>
                </a:lnTo>
                <a:lnTo>
                  <a:pt x="7977675" y="3451390"/>
                </a:lnTo>
                <a:lnTo>
                  <a:pt x="7977675" y="6855019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0" name="object 2"/>
          <p:cNvSpPr>
            <a:spLocks/>
          </p:cNvSpPr>
          <p:nvPr/>
        </p:nvSpPr>
        <p:spPr bwMode="auto">
          <a:xfrm flipH="1">
            <a:off x="7788536" y="-7001"/>
            <a:ext cx="4400289" cy="6872779"/>
          </a:xfrm>
          <a:custGeom>
            <a:avLst/>
            <a:gdLst>
              <a:gd name="connsiteX0" fmla="*/ 0 w 4391206"/>
              <a:gd name="connsiteY0" fmla="*/ 9525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9525 h 6855019"/>
              <a:gd name="connsiteX0" fmla="*/ 0 w 4391206"/>
              <a:gd name="connsiteY0" fmla="*/ 9525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9525 h 6855019"/>
              <a:gd name="connsiteX0" fmla="*/ 0 w 4391206"/>
              <a:gd name="connsiteY0" fmla="*/ 0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0 h 6855019"/>
              <a:gd name="connsiteX0" fmla="*/ 9530 w 4400736"/>
              <a:gd name="connsiteY0" fmla="*/ 0 h 6855019"/>
              <a:gd name="connsiteX1" fmla="*/ 4276561 w 4400736"/>
              <a:gd name="connsiteY1" fmla="*/ 0 h 6855019"/>
              <a:gd name="connsiteX2" fmla="*/ 4276561 w 4400736"/>
              <a:gd name="connsiteY2" fmla="*/ 2976381 h 6855019"/>
              <a:gd name="connsiteX3" fmla="*/ 4389523 w 4400736"/>
              <a:gd name="connsiteY3" fmla="*/ 3172039 h 6855019"/>
              <a:gd name="connsiteX4" fmla="*/ 4397933 w 4400736"/>
              <a:gd name="connsiteY4" fmla="*/ 3192400 h 6855019"/>
              <a:gd name="connsiteX5" fmla="*/ 4400736 w 4400736"/>
              <a:gd name="connsiteY5" fmla="*/ 3213887 h 6855019"/>
              <a:gd name="connsiteX6" fmla="*/ 4397933 w 4400736"/>
              <a:gd name="connsiteY6" fmla="*/ 3235374 h 6855019"/>
              <a:gd name="connsiteX7" fmla="*/ 4389523 w 4400736"/>
              <a:gd name="connsiteY7" fmla="*/ 3255734 h 6855019"/>
              <a:gd name="connsiteX8" fmla="*/ 4276561 w 4400736"/>
              <a:gd name="connsiteY8" fmla="*/ 3451390 h 6855019"/>
              <a:gd name="connsiteX9" fmla="*/ 4276561 w 4400736"/>
              <a:gd name="connsiteY9" fmla="*/ 6855019 h 6855019"/>
              <a:gd name="connsiteX10" fmla="*/ 0 w 4400736"/>
              <a:gd name="connsiteY10" fmla="*/ 6855019 h 6855019"/>
              <a:gd name="connsiteX11" fmla="*/ 9530 w 4400736"/>
              <a:gd name="connsiteY11" fmla="*/ 0 h 6855019"/>
              <a:gd name="connsiteX0" fmla="*/ 0 w 4400736"/>
              <a:gd name="connsiteY0" fmla="*/ 0 h 6855019"/>
              <a:gd name="connsiteX1" fmla="*/ 4276561 w 4400736"/>
              <a:gd name="connsiteY1" fmla="*/ 0 h 6855019"/>
              <a:gd name="connsiteX2" fmla="*/ 4276561 w 4400736"/>
              <a:gd name="connsiteY2" fmla="*/ 2976381 h 6855019"/>
              <a:gd name="connsiteX3" fmla="*/ 4389523 w 4400736"/>
              <a:gd name="connsiteY3" fmla="*/ 3172039 h 6855019"/>
              <a:gd name="connsiteX4" fmla="*/ 4397933 w 4400736"/>
              <a:gd name="connsiteY4" fmla="*/ 3192400 h 6855019"/>
              <a:gd name="connsiteX5" fmla="*/ 4400736 w 4400736"/>
              <a:gd name="connsiteY5" fmla="*/ 3213887 h 6855019"/>
              <a:gd name="connsiteX6" fmla="*/ 4397933 w 4400736"/>
              <a:gd name="connsiteY6" fmla="*/ 3235374 h 6855019"/>
              <a:gd name="connsiteX7" fmla="*/ 4389523 w 4400736"/>
              <a:gd name="connsiteY7" fmla="*/ 3255734 h 6855019"/>
              <a:gd name="connsiteX8" fmla="*/ 4276561 w 4400736"/>
              <a:gd name="connsiteY8" fmla="*/ 3451390 h 6855019"/>
              <a:gd name="connsiteX9" fmla="*/ 4276561 w 4400736"/>
              <a:gd name="connsiteY9" fmla="*/ 6855019 h 6855019"/>
              <a:gd name="connsiteX10" fmla="*/ 0 w 4400736"/>
              <a:gd name="connsiteY10" fmla="*/ 6855019 h 6855019"/>
              <a:gd name="connsiteX11" fmla="*/ 0 w 4400736"/>
              <a:gd name="connsiteY11" fmla="*/ 0 h 685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0736" h="6855019">
                <a:moveTo>
                  <a:pt x="0" y="0"/>
                </a:moveTo>
                <a:lnTo>
                  <a:pt x="4276561" y="0"/>
                </a:lnTo>
                <a:lnTo>
                  <a:pt x="4276561" y="2976381"/>
                </a:lnTo>
                <a:lnTo>
                  <a:pt x="4389523" y="3172039"/>
                </a:lnTo>
                <a:lnTo>
                  <a:pt x="4397933" y="3192400"/>
                </a:lnTo>
                <a:lnTo>
                  <a:pt x="4400736" y="3213887"/>
                </a:lnTo>
                <a:lnTo>
                  <a:pt x="4397933" y="3235374"/>
                </a:lnTo>
                <a:lnTo>
                  <a:pt x="4389523" y="3255734"/>
                </a:lnTo>
                <a:lnTo>
                  <a:pt x="4276561" y="3451390"/>
                </a:lnTo>
                <a:lnTo>
                  <a:pt x="4276561" y="6855019"/>
                </a:lnTo>
                <a:lnTo>
                  <a:pt x="0" y="6855019"/>
                </a:lnTo>
                <a:lnTo>
                  <a:pt x="0" y="0"/>
                </a:lnTo>
                <a:close/>
              </a:path>
            </a:pathLst>
          </a:custGeom>
          <a:solidFill>
            <a:srgbClr val="FFC72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8397182" y="2843784"/>
            <a:ext cx="3480187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rgbClr val="42556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397182" y="3456432"/>
            <a:ext cx="3480187" cy="301752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rgbClr val="425563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639" y="5711756"/>
            <a:ext cx="1892232" cy="5125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269221" y="-9063"/>
            <a:ext cx="7929924" cy="6879763"/>
          </a:xfrm>
          <a:custGeom>
            <a:avLst/>
            <a:gdLst>
              <a:gd name="connsiteX0" fmla="*/ 110002 w 12318083"/>
              <a:gd name="connsiteY0" fmla="*/ 0 h 6868000"/>
              <a:gd name="connsiteX1" fmla="*/ 12318083 w 12318083"/>
              <a:gd name="connsiteY1" fmla="*/ 10000 h 6868000"/>
              <a:gd name="connsiteX2" fmla="*/ 12318083 w 12318083"/>
              <a:gd name="connsiteY2" fmla="*/ 6868000 h 6868000"/>
              <a:gd name="connsiteX3" fmla="*/ 4380409 w 12318083"/>
              <a:gd name="connsiteY3" fmla="*/ 6868000 h 6868000"/>
              <a:gd name="connsiteX4" fmla="*/ 4380409 w 12318083"/>
              <a:gd name="connsiteY4" fmla="*/ 3464371 h 6868000"/>
              <a:gd name="connsiteX5" fmla="*/ 4493371 w 12318083"/>
              <a:gd name="connsiteY5" fmla="*/ 3268715 h 6868000"/>
              <a:gd name="connsiteX6" fmla="*/ 4501781 w 12318083"/>
              <a:gd name="connsiteY6" fmla="*/ 3248355 h 6868000"/>
              <a:gd name="connsiteX7" fmla="*/ 4504584 w 12318083"/>
              <a:gd name="connsiteY7" fmla="*/ 3226868 h 6868000"/>
              <a:gd name="connsiteX8" fmla="*/ 4501781 w 12318083"/>
              <a:gd name="connsiteY8" fmla="*/ 3205381 h 6868000"/>
              <a:gd name="connsiteX9" fmla="*/ 4493371 w 12318083"/>
              <a:gd name="connsiteY9" fmla="*/ 3185020 h 6868000"/>
              <a:gd name="connsiteX10" fmla="*/ 4380409 w 12318083"/>
              <a:gd name="connsiteY10" fmla="*/ 2989362 h 6868000"/>
              <a:gd name="connsiteX11" fmla="*/ 4380409 w 12318083"/>
              <a:gd name="connsiteY11" fmla="*/ 12981 h 6868000"/>
              <a:gd name="connsiteX12" fmla="*/ 122908 w 12318083"/>
              <a:gd name="connsiteY12" fmla="*/ 12981 h 6868000"/>
              <a:gd name="connsiteX13" fmla="*/ 122908 w 12318083"/>
              <a:gd name="connsiteY13" fmla="*/ 6868000 h 6868000"/>
              <a:gd name="connsiteX14" fmla="*/ 0 w 12318083"/>
              <a:gd name="connsiteY14" fmla="*/ 6868000 h 6868000"/>
              <a:gd name="connsiteX15" fmla="*/ 110002 w 12318083"/>
              <a:gd name="connsiteY15" fmla="*/ 0 h 6868000"/>
              <a:gd name="connsiteX0" fmla="*/ 0 w 12208081"/>
              <a:gd name="connsiteY0" fmla="*/ 0 h 6868000"/>
              <a:gd name="connsiteX1" fmla="*/ 12208081 w 12208081"/>
              <a:gd name="connsiteY1" fmla="*/ 10000 h 6868000"/>
              <a:gd name="connsiteX2" fmla="*/ 12208081 w 12208081"/>
              <a:gd name="connsiteY2" fmla="*/ 6868000 h 6868000"/>
              <a:gd name="connsiteX3" fmla="*/ 4270407 w 12208081"/>
              <a:gd name="connsiteY3" fmla="*/ 6868000 h 6868000"/>
              <a:gd name="connsiteX4" fmla="*/ 4270407 w 12208081"/>
              <a:gd name="connsiteY4" fmla="*/ 3464371 h 6868000"/>
              <a:gd name="connsiteX5" fmla="*/ 4383369 w 12208081"/>
              <a:gd name="connsiteY5" fmla="*/ 3268715 h 6868000"/>
              <a:gd name="connsiteX6" fmla="*/ 4391779 w 12208081"/>
              <a:gd name="connsiteY6" fmla="*/ 3248355 h 6868000"/>
              <a:gd name="connsiteX7" fmla="*/ 4394582 w 12208081"/>
              <a:gd name="connsiteY7" fmla="*/ 3226868 h 6868000"/>
              <a:gd name="connsiteX8" fmla="*/ 4391779 w 12208081"/>
              <a:gd name="connsiteY8" fmla="*/ 3205381 h 6868000"/>
              <a:gd name="connsiteX9" fmla="*/ 4383369 w 12208081"/>
              <a:gd name="connsiteY9" fmla="*/ 3185020 h 6868000"/>
              <a:gd name="connsiteX10" fmla="*/ 4270407 w 12208081"/>
              <a:gd name="connsiteY10" fmla="*/ 2989362 h 6868000"/>
              <a:gd name="connsiteX11" fmla="*/ 4270407 w 12208081"/>
              <a:gd name="connsiteY11" fmla="*/ 12981 h 6868000"/>
              <a:gd name="connsiteX12" fmla="*/ 12906 w 12208081"/>
              <a:gd name="connsiteY12" fmla="*/ 12981 h 6868000"/>
              <a:gd name="connsiteX13" fmla="*/ 12906 w 12208081"/>
              <a:gd name="connsiteY13" fmla="*/ 6868000 h 6868000"/>
              <a:gd name="connsiteX14" fmla="*/ 10000 w 12208081"/>
              <a:gd name="connsiteY14" fmla="*/ 6857999 h 6868000"/>
              <a:gd name="connsiteX15" fmla="*/ 0 w 12208081"/>
              <a:gd name="connsiteY15" fmla="*/ 0 h 6868000"/>
              <a:gd name="connsiteX0" fmla="*/ 0 w 12238081"/>
              <a:gd name="connsiteY0" fmla="*/ 0 h 6868000"/>
              <a:gd name="connsiteX1" fmla="*/ 12238081 w 12238081"/>
              <a:gd name="connsiteY1" fmla="*/ 10000 h 6868000"/>
              <a:gd name="connsiteX2" fmla="*/ 12208081 w 12238081"/>
              <a:gd name="connsiteY2" fmla="*/ 6868000 h 6868000"/>
              <a:gd name="connsiteX3" fmla="*/ 4270407 w 12238081"/>
              <a:gd name="connsiteY3" fmla="*/ 6868000 h 6868000"/>
              <a:gd name="connsiteX4" fmla="*/ 4270407 w 12238081"/>
              <a:gd name="connsiteY4" fmla="*/ 3464371 h 6868000"/>
              <a:gd name="connsiteX5" fmla="*/ 4383369 w 12238081"/>
              <a:gd name="connsiteY5" fmla="*/ 3268715 h 6868000"/>
              <a:gd name="connsiteX6" fmla="*/ 4391779 w 12238081"/>
              <a:gd name="connsiteY6" fmla="*/ 3248355 h 6868000"/>
              <a:gd name="connsiteX7" fmla="*/ 4394582 w 12238081"/>
              <a:gd name="connsiteY7" fmla="*/ 3226868 h 6868000"/>
              <a:gd name="connsiteX8" fmla="*/ 4391779 w 12238081"/>
              <a:gd name="connsiteY8" fmla="*/ 3205381 h 6868000"/>
              <a:gd name="connsiteX9" fmla="*/ 4383369 w 12238081"/>
              <a:gd name="connsiteY9" fmla="*/ 3185020 h 6868000"/>
              <a:gd name="connsiteX10" fmla="*/ 4270407 w 12238081"/>
              <a:gd name="connsiteY10" fmla="*/ 2989362 h 6868000"/>
              <a:gd name="connsiteX11" fmla="*/ 4270407 w 12238081"/>
              <a:gd name="connsiteY11" fmla="*/ 12981 h 6868000"/>
              <a:gd name="connsiteX12" fmla="*/ 12906 w 12238081"/>
              <a:gd name="connsiteY12" fmla="*/ 12981 h 6868000"/>
              <a:gd name="connsiteX13" fmla="*/ 12906 w 12238081"/>
              <a:gd name="connsiteY13" fmla="*/ 6868000 h 6868000"/>
              <a:gd name="connsiteX14" fmla="*/ 10000 w 12238081"/>
              <a:gd name="connsiteY14" fmla="*/ 6857999 h 6868000"/>
              <a:gd name="connsiteX15" fmla="*/ 0 w 12238081"/>
              <a:gd name="connsiteY15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12981 h 6868000"/>
              <a:gd name="connsiteX12" fmla="*/ 12906 w 12248081"/>
              <a:gd name="connsiteY12" fmla="*/ 12981 h 6868000"/>
              <a:gd name="connsiteX13" fmla="*/ 12906 w 12248081"/>
              <a:gd name="connsiteY13" fmla="*/ 6868000 h 6868000"/>
              <a:gd name="connsiteX14" fmla="*/ 10000 w 12248081"/>
              <a:gd name="connsiteY14" fmla="*/ 6857999 h 6868000"/>
              <a:gd name="connsiteX15" fmla="*/ 0 w 12248081"/>
              <a:gd name="connsiteY15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12981 h 6868000"/>
              <a:gd name="connsiteX12" fmla="*/ 3342 w 12248081"/>
              <a:gd name="connsiteY12" fmla="*/ 3442 h 6868000"/>
              <a:gd name="connsiteX13" fmla="*/ 12906 w 12248081"/>
              <a:gd name="connsiteY13" fmla="*/ 6868000 h 6868000"/>
              <a:gd name="connsiteX14" fmla="*/ 10000 w 12248081"/>
              <a:gd name="connsiteY14" fmla="*/ 6857999 h 6868000"/>
              <a:gd name="connsiteX15" fmla="*/ 0 w 12248081"/>
              <a:gd name="connsiteY15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3442 h 6868000"/>
              <a:gd name="connsiteX12" fmla="*/ 3342 w 12248081"/>
              <a:gd name="connsiteY12" fmla="*/ 3442 h 6868000"/>
              <a:gd name="connsiteX13" fmla="*/ 12906 w 12248081"/>
              <a:gd name="connsiteY13" fmla="*/ 6868000 h 6868000"/>
              <a:gd name="connsiteX14" fmla="*/ 10000 w 12248081"/>
              <a:gd name="connsiteY14" fmla="*/ 6857999 h 6868000"/>
              <a:gd name="connsiteX15" fmla="*/ 0 w 12248081"/>
              <a:gd name="connsiteY15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3442 h 6868000"/>
              <a:gd name="connsiteX12" fmla="*/ 3342 w 12248081"/>
              <a:gd name="connsiteY12" fmla="*/ 3442 h 6868000"/>
              <a:gd name="connsiteX13" fmla="*/ 12906 w 12248081"/>
              <a:gd name="connsiteY13" fmla="*/ 6868000 h 6868000"/>
              <a:gd name="connsiteX14" fmla="*/ 10000 w 12248081"/>
              <a:gd name="connsiteY14" fmla="*/ 6867538 h 6868000"/>
              <a:gd name="connsiteX15" fmla="*/ 0 w 12248081"/>
              <a:gd name="connsiteY15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3442 h 6868000"/>
              <a:gd name="connsiteX12" fmla="*/ 3342 w 12248081"/>
              <a:gd name="connsiteY12" fmla="*/ 3442 h 6868000"/>
              <a:gd name="connsiteX13" fmla="*/ 12906 w 12248081"/>
              <a:gd name="connsiteY13" fmla="*/ 6868000 h 6868000"/>
              <a:gd name="connsiteX14" fmla="*/ 0 w 12248081"/>
              <a:gd name="connsiteY14" fmla="*/ 0 h 6868000"/>
              <a:gd name="connsiteX0" fmla="*/ 0 w 12248081"/>
              <a:gd name="connsiteY0" fmla="*/ 0 h 6868000"/>
              <a:gd name="connsiteX1" fmla="*/ 12238081 w 12248081"/>
              <a:gd name="connsiteY1" fmla="*/ 10000 h 6868000"/>
              <a:gd name="connsiteX2" fmla="*/ 12248081 w 12248081"/>
              <a:gd name="connsiteY2" fmla="*/ 6868000 h 6868000"/>
              <a:gd name="connsiteX3" fmla="*/ 4270407 w 12248081"/>
              <a:gd name="connsiteY3" fmla="*/ 6868000 h 6868000"/>
              <a:gd name="connsiteX4" fmla="*/ 4270407 w 12248081"/>
              <a:gd name="connsiteY4" fmla="*/ 3464371 h 6868000"/>
              <a:gd name="connsiteX5" fmla="*/ 4383369 w 12248081"/>
              <a:gd name="connsiteY5" fmla="*/ 3268715 h 6868000"/>
              <a:gd name="connsiteX6" fmla="*/ 4391779 w 12248081"/>
              <a:gd name="connsiteY6" fmla="*/ 3248355 h 6868000"/>
              <a:gd name="connsiteX7" fmla="*/ 4394582 w 12248081"/>
              <a:gd name="connsiteY7" fmla="*/ 3226868 h 6868000"/>
              <a:gd name="connsiteX8" fmla="*/ 4391779 w 12248081"/>
              <a:gd name="connsiteY8" fmla="*/ 3205381 h 6868000"/>
              <a:gd name="connsiteX9" fmla="*/ 4383369 w 12248081"/>
              <a:gd name="connsiteY9" fmla="*/ 3185020 h 6868000"/>
              <a:gd name="connsiteX10" fmla="*/ 4270407 w 12248081"/>
              <a:gd name="connsiteY10" fmla="*/ 2989362 h 6868000"/>
              <a:gd name="connsiteX11" fmla="*/ 4270407 w 12248081"/>
              <a:gd name="connsiteY11" fmla="*/ 3442 h 6868000"/>
              <a:gd name="connsiteX12" fmla="*/ 3342 w 12248081"/>
              <a:gd name="connsiteY12" fmla="*/ 3442 h 6868000"/>
              <a:gd name="connsiteX13" fmla="*/ 0 w 12248081"/>
              <a:gd name="connsiteY13" fmla="*/ 0 h 6868000"/>
              <a:gd name="connsiteX0" fmla="*/ 0 w 12244739"/>
              <a:gd name="connsiteY0" fmla="*/ 0 h 6864558"/>
              <a:gd name="connsiteX1" fmla="*/ 12234739 w 12244739"/>
              <a:gd name="connsiteY1" fmla="*/ 6558 h 6864558"/>
              <a:gd name="connsiteX2" fmla="*/ 12244739 w 12244739"/>
              <a:gd name="connsiteY2" fmla="*/ 6864558 h 6864558"/>
              <a:gd name="connsiteX3" fmla="*/ 4267065 w 12244739"/>
              <a:gd name="connsiteY3" fmla="*/ 6864558 h 6864558"/>
              <a:gd name="connsiteX4" fmla="*/ 4267065 w 12244739"/>
              <a:gd name="connsiteY4" fmla="*/ 3460929 h 6864558"/>
              <a:gd name="connsiteX5" fmla="*/ 4380027 w 12244739"/>
              <a:gd name="connsiteY5" fmla="*/ 3265273 h 6864558"/>
              <a:gd name="connsiteX6" fmla="*/ 4388437 w 12244739"/>
              <a:gd name="connsiteY6" fmla="*/ 3244913 h 6864558"/>
              <a:gd name="connsiteX7" fmla="*/ 4391240 w 12244739"/>
              <a:gd name="connsiteY7" fmla="*/ 3223426 h 6864558"/>
              <a:gd name="connsiteX8" fmla="*/ 4388437 w 12244739"/>
              <a:gd name="connsiteY8" fmla="*/ 3201939 h 6864558"/>
              <a:gd name="connsiteX9" fmla="*/ 4380027 w 12244739"/>
              <a:gd name="connsiteY9" fmla="*/ 3181578 h 6864558"/>
              <a:gd name="connsiteX10" fmla="*/ 4267065 w 12244739"/>
              <a:gd name="connsiteY10" fmla="*/ 2985920 h 6864558"/>
              <a:gd name="connsiteX11" fmla="*/ 4267065 w 12244739"/>
              <a:gd name="connsiteY11" fmla="*/ 0 h 6864558"/>
              <a:gd name="connsiteX12" fmla="*/ 0 w 12244739"/>
              <a:gd name="connsiteY12" fmla="*/ 0 h 6864558"/>
              <a:gd name="connsiteX0" fmla="*/ 0 w 7977674"/>
              <a:gd name="connsiteY0" fmla="*/ 0 h 6864558"/>
              <a:gd name="connsiteX1" fmla="*/ 7967674 w 7977674"/>
              <a:gd name="connsiteY1" fmla="*/ 6558 h 6864558"/>
              <a:gd name="connsiteX2" fmla="*/ 7977674 w 7977674"/>
              <a:gd name="connsiteY2" fmla="*/ 6864558 h 6864558"/>
              <a:gd name="connsiteX3" fmla="*/ 0 w 7977674"/>
              <a:gd name="connsiteY3" fmla="*/ 6864558 h 6864558"/>
              <a:gd name="connsiteX4" fmla="*/ 0 w 7977674"/>
              <a:gd name="connsiteY4" fmla="*/ 3460929 h 6864558"/>
              <a:gd name="connsiteX5" fmla="*/ 112962 w 7977674"/>
              <a:gd name="connsiteY5" fmla="*/ 3265273 h 6864558"/>
              <a:gd name="connsiteX6" fmla="*/ 121372 w 7977674"/>
              <a:gd name="connsiteY6" fmla="*/ 3244913 h 6864558"/>
              <a:gd name="connsiteX7" fmla="*/ 124175 w 7977674"/>
              <a:gd name="connsiteY7" fmla="*/ 3223426 h 6864558"/>
              <a:gd name="connsiteX8" fmla="*/ 121372 w 7977674"/>
              <a:gd name="connsiteY8" fmla="*/ 3201939 h 6864558"/>
              <a:gd name="connsiteX9" fmla="*/ 112962 w 7977674"/>
              <a:gd name="connsiteY9" fmla="*/ 3181578 h 6864558"/>
              <a:gd name="connsiteX10" fmla="*/ 0 w 7977674"/>
              <a:gd name="connsiteY10" fmla="*/ 2985920 h 6864558"/>
              <a:gd name="connsiteX11" fmla="*/ 0 w 7977674"/>
              <a:gd name="connsiteY11" fmla="*/ 0 h 6864558"/>
              <a:gd name="connsiteX0" fmla="*/ 0 w 7977674"/>
              <a:gd name="connsiteY0" fmla="*/ 0 h 6874097"/>
              <a:gd name="connsiteX1" fmla="*/ 7967674 w 7977674"/>
              <a:gd name="connsiteY1" fmla="*/ 16097 h 6874097"/>
              <a:gd name="connsiteX2" fmla="*/ 7977674 w 7977674"/>
              <a:gd name="connsiteY2" fmla="*/ 6874097 h 6874097"/>
              <a:gd name="connsiteX3" fmla="*/ 0 w 7977674"/>
              <a:gd name="connsiteY3" fmla="*/ 6874097 h 6874097"/>
              <a:gd name="connsiteX4" fmla="*/ 0 w 7977674"/>
              <a:gd name="connsiteY4" fmla="*/ 3470468 h 6874097"/>
              <a:gd name="connsiteX5" fmla="*/ 112962 w 7977674"/>
              <a:gd name="connsiteY5" fmla="*/ 3274812 h 6874097"/>
              <a:gd name="connsiteX6" fmla="*/ 121372 w 7977674"/>
              <a:gd name="connsiteY6" fmla="*/ 3254452 h 6874097"/>
              <a:gd name="connsiteX7" fmla="*/ 124175 w 7977674"/>
              <a:gd name="connsiteY7" fmla="*/ 3232965 h 6874097"/>
              <a:gd name="connsiteX8" fmla="*/ 121372 w 7977674"/>
              <a:gd name="connsiteY8" fmla="*/ 3211478 h 6874097"/>
              <a:gd name="connsiteX9" fmla="*/ 112962 w 7977674"/>
              <a:gd name="connsiteY9" fmla="*/ 3191117 h 6874097"/>
              <a:gd name="connsiteX10" fmla="*/ 0 w 7977674"/>
              <a:gd name="connsiteY10" fmla="*/ 2995459 h 6874097"/>
              <a:gd name="connsiteX11" fmla="*/ 0 w 7977674"/>
              <a:gd name="connsiteY11" fmla="*/ 0 h 6874097"/>
              <a:gd name="connsiteX0" fmla="*/ 0 w 7977674"/>
              <a:gd name="connsiteY0" fmla="*/ 0 h 6883636"/>
              <a:gd name="connsiteX1" fmla="*/ 7967674 w 7977674"/>
              <a:gd name="connsiteY1" fmla="*/ 16097 h 6883636"/>
              <a:gd name="connsiteX2" fmla="*/ 7977674 w 7977674"/>
              <a:gd name="connsiteY2" fmla="*/ 6874097 h 6883636"/>
              <a:gd name="connsiteX3" fmla="*/ 0 w 7977674"/>
              <a:gd name="connsiteY3" fmla="*/ 6883636 h 6883636"/>
              <a:gd name="connsiteX4" fmla="*/ 0 w 7977674"/>
              <a:gd name="connsiteY4" fmla="*/ 3470468 h 6883636"/>
              <a:gd name="connsiteX5" fmla="*/ 112962 w 7977674"/>
              <a:gd name="connsiteY5" fmla="*/ 3274812 h 6883636"/>
              <a:gd name="connsiteX6" fmla="*/ 121372 w 7977674"/>
              <a:gd name="connsiteY6" fmla="*/ 3254452 h 6883636"/>
              <a:gd name="connsiteX7" fmla="*/ 124175 w 7977674"/>
              <a:gd name="connsiteY7" fmla="*/ 3232965 h 6883636"/>
              <a:gd name="connsiteX8" fmla="*/ 121372 w 7977674"/>
              <a:gd name="connsiteY8" fmla="*/ 3211478 h 6883636"/>
              <a:gd name="connsiteX9" fmla="*/ 112962 w 7977674"/>
              <a:gd name="connsiteY9" fmla="*/ 3191117 h 6883636"/>
              <a:gd name="connsiteX10" fmla="*/ 0 w 7977674"/>
              <a:gd name="connsiteY10" fmla="*/ 2995459 h 6883636"/>
              <a:gd name="connsiteX11" fmla="*/ 0 w 7977674"/>
              <a:gd name="connsiteY11" fmla="*/ 0 h 6883636"/>
              <a:gd name="connsiteX0" fmla="*/ 0 w 7968240"/>
              <a:gd name="connsiteY0" fmla="*/ 0 h 6886816"/>
              <a:gd name="connsiteX1" fmla="*/ 7967674 w 7968240"/>
              <a:gd name="connsiteY1" fmla="*/ 16097 h 6886816"/>
              <a:gd name="connsiteX2" fmla="*/ 7961735 w 7968240"/>
              <a:gd name="connsiteY2" fmla="*/ 6886816 h 6886816"/>
              <a:gd name="connsiteX3" fmla="*/ 0 w 7968240"/>
              <a:gd name="connsiteY3" fmla="*/ 6883636 h 6886816"/>
              <a:gd name="connsiteX4" fmla="*/ 0 w 7968240"/>
              <a:gd name="connsiteY4" fmla="*/ 3470468 h 6886816"/>
              <a:gd name="connsiteX5" fmla="*/ 112962 w 7968240"/>
              <a:gd name="connsiteY5" fmla="*/ 3274812 h 6886816"/>
              <a:gd name="connsiteX6" fmla="*/ 121372 w 7968240"/>
              <a:gd name="connsiteY6" fmla="*/ 3254452 h 6886816"/>
              <a:gd name="connsiteX7" fmla="*/ 124175 w 7968240"/>
              <a:gd name="connsiteY7" fmla="*/ 3232965 h 6886816"/>
              <a:gd name="connsiteX8" fmla="*/ 121372 w 7968240"/>
              <a:gd name="connsiteY8" fmla="*/ 3211478 h 6886816"/>
              <a:gd name="connsiteX9" fmla="*/ 112962 w 7968240"/>
              <a:gd name="connsiteY9" fmla="*/ 3191117 h 6886816"/>
              <a:gd name="connsiteX10" fmla="*/ 0 w 7968240"/>
              <a:gd name="connsiteY10" fmla="*/ 2995459 h 6886816"/>
              <a:gd name="connsiteX11" fmla="*/ 0 w 7968240"/>
              <a:gd name="connsiteY11" fmla="*/ 0 h 6886816"/>
              <a:gd name="connsiteX0" fmla="*/ 0 w 7965212"/>
              <a:gd name="connsiteY0" fmla="*/ 0 h 6886816"/>
              <a:gd name="connsiteX1" fmla="*/ 7964487 w 7965212"/>
              <a:gd name="connsiteY1" fmla="*/ 3379 h 6886816"/>
              <a:gd name="connsiteX2" fmla="*/ 7961735 w 7965212"/>
              <a:gd name="connsiteY2" fmla="*/ 6886816 h 6886816"/>
              <a:gd name="connsiteX3" fmla="*/ 0 w 7965212"/>
              <a:gd name="connsiteY3" fmla="*/ 6883636 h 6886816"/>
              <a:gd name="connsiteX4" fmla="*/ 0 w 7965212"/>
              <a:gd name="connsiteY4" fmla="*/ 3470468 h 6886816"/>
              <a:gd name="connsiteX5" fmla="*/ 112962 w 7965212"/>
              <a:gd name="connsiteY5" fmla="*/ 3274812 h 6886816"/>
              <a:gd name="connsiteX6" fmla="*/ 121372 w 7965212"/>
              <a:gd name="connsiteY6" fmla="*/ 3254452 h 6886816"/>
              <a:gd name="connsiteX7" fmla="*/ 124175 w 7965212"/>
              <a:gd name="connsiteY7" fmla="*/ 3232965 h 6886816"/>
              <a:gd name="connsiteX8" fmla="*/ 121372 w 7965212"/>
              <a:gd name="connsiteY8" fmla="*/ 3211478 h 6886816"/>
              <a:gd name="connsiteX9" fmla="*/ 112962 w 7965212"/>
              <a:gd name="connsiteY9" fmla="*/ 3191117 h 6886816"/>
              <a:gd name="connsiteX10" fmla="*/ 0 w 7965212"/>
              <a:gd name="connsiteY10" fmla="*/ 2995459 h 6886816"/>
              <a:gd name="connsiteX11" fmla="*/ 0 w 7965212"/>
              <a:gd name="connsiteY11" fmla="*/ 0 h 6886816"/>
              <a:gd name="connsiteX0" fmla="*/ 0 w 7961735"/>
              <a:gd name="connsiteY0" fmla="*/ 2980 h 6889796"/>
              <a:gd name="connsiteX1" fmla="*/ 7958112 w 7961735"/>
              <a:gd name="connsiteY1" fmla="*/ 0 h 6889796"/>
              <a:gd name="connsiteX2" fmla="*/ 7961735 w 7961735"/>
              <a:gd name="connsiteY2" fmla="*/ 6889796 h 6889796"/>
              <a:gd name="connsiteX3" fmla="*/ 0 w 7961735"/>
              <a:gd name="connsiteY3" fmla="*/ 6886616 h 6889796"/>
              <a:gd name="connsiteX4" fmla="*/ 0 w 7961735"/>
              <a:gd name="connsiteY4" fmla="*/ 3473448 h 6889796"/>
              <a:gd name="connsiteX5" fmla="*/ 112962 w 7961735"/>
              <a:gd name="connsiteY5" fmla="*/ 3277792 h 6889796"/>
              <a:gd name="connsiteX6" fmla="*/ 121372 w 7961735"/>
              <a:gd name="connsiteY6" fmla="*/ 3257432 h 6889796"/>
              <a:gd name="connsiteX7" fmla="*/ 124175 w 7961735"/>
              <a:gd name="connsiteY7" fmla="*/ 3235945 h 6889796"/>
              <a:gd name="connsiteX8" fmla="*/ 121372 w 7961735"/>
              <a:gd name="connsiteY8" fmla="*/ 3214458 h 6889796"/>
              <a:gd name="connsiteX9" fmla="*/ 112962 w 7961735"/>
              <a:gd name="connsiteY9" fmla="*/ 3194097 h 6889796"/>
              <a:gd name="connsiteX10" fmla="*/ 0 w 7961735"/>
              <a:gd name="connsiteY10" fmla="*/ 2998439 h 6889796"/>
              <a:gd name="connsiteX11" fmla="*/ 0 w 7961735"/>
              <a:gd name="connsiteY11" fmla="*/ 2980 h 688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61735" h="6889796">
                <a:moveTo>
                  <a:pt x="0" y="2980"/>
                </a:moveTo>
                <a:lnTo>
                  <a:pt x="7958112" y="0"/>
                </a:lnTo>
                <a:cubicBezTo>
                  <a:pt x="7961445" y="2286000"/>
                  <a:pt x="7958402" y="4603796"/>
                  <a:pt x="7961735" y="6889796"/>
                </a:cubicBezTo>
                <a:lnTo>
                  <a:pt x="0" y="6886616"/>
                </a:lnTo>
                <a:lnTo>
                  <a:pt x="0" y="3473448"/>
                </a:lnTo>
                <a:lnTo>
                  <a:pt x="112962" y="3277792"/>
                </a:lnTo>
                <a:lnTo>
                  <a:pt x="121372" y="3257432"/>
                </a:lnTo>
                <a:lnTo>
                  <a:pt x="124175" y="3235945"/>
                </a:lnTo>
                <a:lnTo>
                  <a:pt x="121372" y="3214458"/>
                </a:lnTo>
                <a:lnTo>
                  <a:pt x="112962" y="3194097"/>
                </a:lnTo>
                <a:lnTo>
                  <a:pt x="0" y="2998439"/>
                </a:lnTo>
                <a:lnTo>
                  <a:pt x="0" y="298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0" name="object 2"/>
          <p:cNvSpPr>
            <a:spLocks/>
          </p:cNvSpPr>
          <p:nvPr/>
        </p:nvSpPr>
        <p:spPr bwMode="auto">
          <a:xfrm>
            <a:off x="0" y="0"/>
            <a:ext cx="4400289" cy="6872779"/>
          </a:xfrm>
          <a:custGeom>
            <a:avLst/>
            <a:gdLst>
              <a:gd name="connsiteX0" fmla="*/ 0 w 4391206"/>
              <a:gd name="connsiteY0" fmla="*/ 9525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9525 h 6855019"/>
              <a:gd name="connsiteX0" fmla="*/ 0 w 4391206"/>
              <a:gd name="connsiteY0" fmla="*/ 9525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9525 h 6855019"/>
              <a:gd name="connsiteX0" fmla="*/ 0 w 4391206"/>
              <a:gd name="connsiteY0" fmla="*/ 0 h 6855019"/>
              <a:gd name="connsiteX1" fmla="*/ 4267031 w 4391206"/>
              <a:gd name="connsiteY1" fmla="*/ 0 h 6855019"/>
              <a:gd name="connsiteX2" fmla="*/ 4267031 w 4391206"/>
              <a:gd name="connsiteY2" fmla="*/ 2976381 h 6855019"/>
              <a:gd name="connsiteX3" fmla="*/ 4379993 w 4391206"/>
              <a:gd name="connsiteY3" fmla="*/ 3172039 h 6855019"/>
              <a:gd name="connsiteX4" fmla="*/ 4388403 w 4391206"/>
              <a:gd name="connsiteY4" fmla="*/ 3192400 h 6855019"/>
              <a:gd name="connsiteX5" fmla="*/ 4391206 w 4391206"/>
              <a:gd name="connsiteY5" fmla="*/ 3213887 h 6855019"/>
              <a:gd name="connsiteX6" fmla="*/ 4388403 w 4391206"/>
              <a:gd name="connsiteY6" fmla="*/ 3235374 h 6855019"/>
              <a:gd name="connsiteX7" fmla="*/ 4379993 w 4391206"/>
              <a:gd name="connsiteY7" fmla="*/ 3255734 h 6855019"/>
              <a:gd name="connsiteX8" fmla="*/ 4267031 w 4391206"/>
              <a:gd name="connsiteY8" fmla="*/ 3451390 h 6855019"/>
              <a:gd name="connsiteX9" fmla="*/ 4267031 w 4391206"/>
              <a:gd name="connsiteY9" fmla="*/ 6855019 h 6855019"/>
              <a:gd name="connsiteX10" fmla="*/ 9530 w 4391206"/>
              <a:gd name="connsiteY10" fmla="*/ 6855019 h 6855019"/>
              <a:gd name="connsiteX11" fmla="*/ 0 w 4391206"/>
              <a:gd name="connsiteY11" fmla="*/ 0 h 6855019"/>
              <a:gd name="connsiteX0" fmla="*/ 9530 w 4400736"/>
              <a:gd name="connsiteY0" fmla="*/ 0 h 6855019"/>
              <a:gd name="connsiteX1" fmla="*/ 4276561 w 4400736"/>
              <a:gd name="connsiteY1" fmla="*/ 0 h 6855019"/>
              <a:gd name="connsiteX2" fmla="*/ 4276561 w 4400736"/>
              <a:gd name="connsiteY2" fmla="*/ 2976381 h 6855019"/>
              <a:gd name="connsiteX3" fmla="*/ 4389523 w 4400736"/>
              <a:gd name="connsiteY3" fmla="*/ 3172039 h 6855019"/>
              <a:gd name="connsiteX4" fmla="*/ 4397933 w 4400736"/>
              <a:gd name="connsiteY4" fmla="*/ 3192400 h 6855019"/>
              <a:gd name="connsiteX5" fmla="*/ 4400736 w 4400736"/>
              <a:gd name="connsiteY5" fmla="*/ 3213887 h 6855019"/>
              <a:gd name="connsiteX6" fmla="*/ 4397933 w 4400736"/>
              <a:gd name="connsiteY6" fmla="*/ 3235374 h 6855019"/>
              <a:gd name="connsiteX7" fmla="*/ 4389523 w 4400736"/>
              <a:gd name="connsiteY7" fmla="*/ 3255734 h 6855019"/>
              <a:gd name="connsiteX8" fmla="*/ 4276561 w 4400736"/>
              <a:gd name="connsiteY8" fmla="*/ 3451390 h 6855019"/>
              <a:gd name="connsiteX9" fmla="*/ 4276561 w 4400736"/>
              <a:gd name="connsiteY9" fmla="*/ 6855019 h 6855019"/>
              <a:gd name="connsiteX10" fmla="*/ 0 w 4400736"/>
              <a:gd name="connsiteY10" fmla="*/ 6855019 h 6855019"/>
              <a:gd name="connsiteX11" fmla="*/ 9530 w 4400736"/>
              <a:gd name="connsiteY11" fmla="*/ 0 h 6855019"/>
              <a:gd name="connsiteX0" fmla="*/ 0 w 4400736"/>
              <a:gd name="connsiteY0" fmla="*/ 0 h 6855019"/>
              <a:gd name="connsiteX1" fmla="*/ 4276561 w 4400736"/>
              <a:gd name="connsiteY1" fmla="*/ 0 h 6855019"/>
              <a:gd name="connsiteX2" fmla="*/ 4276561 w 4400736"/>
              <a:gd name="connsiteY2" fmla="*/ 2976381 h 6855019"/>
              <a:gd name="connsiteX3" fmla="*/ 4389523 w 4400736"/>
              <a:gd name="connsiteY3" fmla="*/ 3172039 h 6855019"/>
              <a:gd name="connsiteX4" fmla="*/ 4397933 w 4400736"/>
              <a:gd name="connsiteY4" fmla="*/ 3192400 h 6855019"/>
              <a:gd name="connsiteX5" fmla="*/ 4400736 w 4400736"/>
              <a:gd name="connsiteY5" fmla="*/ 3213887 h 6855019"/>
              <a:gd name="connsiteX6" fmla="*/ 4397933 w 4400736"/>
              <a:gd name="connsiteY6" fmla="*/ 3235374 h 6855019"/>
              <a:gd name="connsiteX7" fmla="*/ 4389523 w 4400736"/>
              <a:gd name="connsiteY7" fmla="*/ 3255734 h 6855019"/>
              <a:gd name="connsiteX8" fmla="*/ 4276561 w 4400736"/>
              <a:gd name="connsiteY8" fmla="*/ 3451390 h 6855019"/>
              <a:gd name="connsiteX9" fmla="*/ 4276561 w 4400736"/>
              <a:gd name="connsiteY9" fmla="*/ 6855019 h 6855019"/>
              <a:gd name="connsiteX10" fmla="*/ 0 w 4400736"/>
              <a:gd name="connsiteY10" fmla="*/ 6855019 h 6855019"/>
              <a:gd name="connsiteX11" fmla="*/ 0 w 4400736"/>
              <a:gd name="connsiteY11" fmla="*/ 0 h 6855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0736" h="6855019">
                <a:moveTo>
                  <a:pt x="0" y="0"/>
                </a:moveTo>
                <a:lnTo>
                  <a:pt x="4276561" y="0"/>
                </a:lnTo>
                <a:lnTo>
                  <a:pt x="4276561" y="2976381"/>
                </a:lnTo>
                <a:lnTo>
                  <a:pt x="4389523" y="3172039"/>
                </a:lnTo>
                <a:lnTo>
                  <a:pt x="4397933" y="3192400"/>
                </a:lnTo>
                <a:lnTo>
                  <a:pt x="4400736" y="3213887"/>
                </a:lnTo>
                <a:lnTo>
                  <a:pt x="4397933" y="3235374"/>
                </a:lnTo>
                <a:lnTo>
                  <a:pt x="4389523" y="3255734"/>
                </a:lnTo>
                <a:lnTo>
                  <a:pt x="4276561" y="3451390"/>
                </a:lnTo>
                <a:lnTo>
                  <a:pt x="4276561" y="6855019"/>
                </a:lnTo>
                <a:lnTo>
                  <a:pt x="0" y="6855019"/>
                </a:lnTo>
                <a:lnTo>
                  <a:pt x="0" y="0"/>
                </a:lnTo>
                <a:close/>
              </a:path>
            </a:pathLst>
          </a:custGeom>
          <a:solidFill>
            <a:srgbClr val="FFC72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47823" y="2843784"/>
            <a:ext cx="3580137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rgbClr val="42556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47823" y="3456432"/>
            <a:ext cx="3580137" cy="301752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rgbClr val="425563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  <p:pic>
        <p:nvPicPr>
          <p:cNvPr id="12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872" y="5711756"/>
            <a:ext cx="1892232" cy="5125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 Phot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168775" cy="5187360"/>
          </a:xfrm>
          <a:custGeom>
            <a:avLst/>
            <a:gdLst>
              <a:gd name="connsiteX0" fmla="*/ 0 w 12210855"/>
              <a:gd name="connsiteY0" fmla="*/ 6858000 h 7620000"/>
              <a:gd name="connsiteX1" fmla="*/ 12195175 w 12210855"/>
              <a:gd name="connsiteY1" fmla="*/ 6858000 h 7620000"/>
              <a:gd name="connsiteX2" fmla="*/ 12210855 w 12210855"/>
              <a:gd name="connsiteY2" fmla="*/ 6945764 h 7620000"/>
              <a:gd name="connsiteX3" fmla="*/ 0 w 12210855"/>
              <a:gd name="connsiteY3" fmla="*/ 7620000 h 7620000"/>
              <a:gd name="connsiteX4" fmla="*/ 0 w 12210855"/>
              <a:gd name="connsiteY4" fmla="*/ 6858000 h 7620000"/>
              <a:gd name="connsiteX5" fmla="*/ 0 w 12210855"/>
              <a:gd name="connsiteY5" fmla="*/ 0 h 7620000"/>
              <a:gd name="connsiteX6" fmla="*/ 12195175 w 12210855"/>
              <a:gd name="connsiteY6" fmla="*/ 0 h 7620000"/>
              <a:gd name="connsiteX7" fmla="*/ 12195175 w 12210855"/>
              <a:gd name="connsiteY7" fmla="*/ 5053013 h 7620000"/>
              <a:gd name="connsiteX8" fmla="*/ 1175111 w 12210855"/>
              <a:gd name="connsiteY8" fmla="*/ 5053013 h 7620000"/>
              <a:gd name="connsiteX9" fmla="*/ 961835 w 12210855"/>
              <a:gd name="connsiteY9" fmla="*/ 5176147 h 7620000"/>
              <a:gd name="connsiteX10" fmla="*/ 941474 w 12210855"/>
              <a:gd name="connsiteY10" fmla="*/ 5184556 h 7620000"/>
              <a:gd name="connsiteX11" fmla="*/ 919987 w 12210855"/>
              <a:gd name="connsiteY11" fmla="*/ 5187360 h 7620000"/>
              <a:gd name="connsiteX12" fmla="*/ 898500 w 12210855"/>
              <a:gd name="connsiteY12" fmla="*/ 5184556 h 7620000"/>
              <a:gd name="connsiteX13" fmla="*/ 878140 w 12210855"/>
              <a:gd name="connsiteY13" fmla="*/ 5176147 h 7620000"/>
              <a:gd name="connsiteX14" fmla="*/ 664866 w 12210855"/>
              <a:gd name="connsiteY14" fmla="*/ 5053013 h 7620000"/>
              <a:gd name="connsiteX15" fmla="*/ 0 w 12210855"/>
              <a:gd name="connsiteY15" fmla="*/ 5053013 h 7620000"/>
              <a:gd name="connsiteX16" fmla="*/ 0 w 12210855"/>
              <a:gd name="connsiteY16" fmla="*/ 0 h 7620000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0 w 12210855"/>
              <a:gd name="connsiteY3" fmla="*/ 694576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3175 w 12210855"/>
              <a:gd name="connsiteY3" fmla="*/ 686321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198155"/>
              <a:gd name="connsiteY0" fmla="*/ 6858000 h 6863214"/>
              <a:gd name="connsiteX1" fmla="*/ 12195175 w 12198155"/>
              <a:gd name="connsiteY1" fmla="*/ 6858000 h 6863214"/>
              <a:gd name="connsiteX2" fmla="*/ 12198155 w 12198155"/>
              <a:gd name="connsiteY2" fmla="*/ 6860039 h 6863214"/>
              <a:gd name="connsiteX3" fmla="*/ 3175 w 12198155"/>
              <a:gd name="connsiteY3" fmla="*/ 6863214 h 6863214"/>
              <a:gd name="connsiteX4" fmla="*/ 0 w 12198155"/>
              <a:gd name="connsiteY4" fmla="*/ 6858000 h 6863214"/>
              <a:gd name="connsiteX5" fmla="*/ 0 w 12198155"/>
              <a:gd name="connsiteY5" fmla="*/ 0 h 6863214"/>
              <a:gd name="connsiteX6" fmla="*/ 12195175 w 12198155"/>
              <a:gd name="connsiteY6" fmla="*/ 0 h 6863214"/>
              <a:gd name="connsiteX7" fmla="*/ 12195175 w 12198155"/>
              <a:gd name="connsiteY7" fmla="*/ 5053013 h 6863214"/>
              <a:gd name="connsiteX8" fmla="*/ 1175111 w 12198155"/>
              <a:gd name="connsiteY8" fmla="*/ 5053013 h 6863214"/>
              <a:gd name="connsiteX9" fmla="*/ 961835 w 12198155"/>
              <a:gd name="connsiteY9" fmla="*/ 5176147 h 6863214"/>
              <a:gd name="connsiteX10" fmla="*/ 941474 w 12198155"/>
              <a:gd name="connsiteY10" fmla="*/ 5184556 h 6863214"/>
              <a:gd name="connsiteX11" fmla="*/ 919987 w 12198155"/>
              <a:gd name="connsiteY11" fmla="*/ 5187360 h 6863214"/>
              <a:gd name="connsiteX12" fmla="*/ 898500 w 12198155"/>
              <a:gd name="connsiteY12" fmla="*/ 5184556 h 6863214"/>
              <a:gd name="connsiteX13" fmla="*/ 878140 w 12198155"/>
              <a:gd name="connsiteY13" fmla="*/ 5176147 h 6863214"/>
              <a:gd name="connsiteX14" fmla="*/ 664866 w 12198155"/>
              <a:gd name="connsiteY14" fmla="*/ 5053013 h 6863214"/>
              <a:gd name="connsiteX15" fmla="*/ 0 w 12198155"/>
              <a:gd name="connsiteY15" fmla="*/ 5053013 h 6863214"/>
              <a:gd name="connsiteX16" fmla="*/ 0 w 1219815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5455 w 12195175"/>
              <a:gd name="connsiteY2" fmla="*/ 6834639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64350 h 6864350"/>
              <a:gd name="connsiteX1" fmla="*/ 12195175 w 12195175"/>
              <a:gd name="connsiteY1" fmla="*/ 6858000 h 6864350"/>
              <a:gd name="connsiteX2" fmla="*/ 12188630 w 12195175"/>
              <a:gd name="connsiteY2" fmla="*/ 6863214 h 6864350"/>
              <a:gd name="connsiteX3" fmla="*/ 3175 w 12195175"/>
              <a:gd name="connsiteY3" fmla="*/ 6863214 h 6864350"/>
              <a:gd name="connsiteX4" fmla="*/ 0 w 12195175"/>
              <a:gd name="connsiteY4" fmla="*/ 6864350 h 6864350"/>
              <a:gd name="connsiteX5" fmla="*/ 0 w 12195175"/>
              <a:gd name="connsiteY5" fmla="*/ 0 h 6864350"/>
              <a:gd name="connsiteX6" fmla="*/ 12195175 w 12195175"/>
              <a:gd name="connsiteY6" fmla="*/ 0 h 6864350"/>
              <a:gd name="connsiteX7" fmla="*/ 12195175 w 12195175"/>
              <a:gd name="connsiteY7" fmla="*/ 5053013 h 6864350"/>
              <a:gd name="connsiteX8" fmla="*/ 1175111 w 12195175"/>
              <a:gd name="connsiteY8" fmla="*/ 5053013 h 6864350"/>
              <a:gd name="connsiteX9" fmla="*/ 961835 w 12195175"/>
              <a:gd name="connsiteY9" fmla="*/ 5176147 h 6864350"/>
              <a:gd name="connsiteX10" fmla="*/ 941474 w 12195175"/>
              <a:gd name="connsiteY10" fmla="*/ 5184556 h 6864350"/>
              <a:gd name="connsiteX11" fmla="*/ 919987 w 12195175"/>
              <a:gd name="connsiteY11" fmla="*/ 5187360 h 6864350"/>
              <a:gd name="connsiteX12" fmla="*/ 898500 w 12195175"/>
              <a:gd name="connsiteY12" fmla="*/ 5184556 h 6864350"/>
              <a:gd name="connsiteX13" fmla="*/ 878140 w 12195175"/>
              <a:gd name="connsiteY13" fmla="*/ 5176147 h 6864350"/>
              <a:gd name="connsiteX14" fmla="*/ 664866 w 12195175"/>
              <a:gd name="connsiteY14" fmla="*/ 5053013 h 6864350"/>
              <a:gd name="connsiteX15" fmla="*/ 0 w 12195175"/>
              <a:gd name="connsiteY15" fmla="*/ 5053013 h 6864350"/>
              <a:gd name="connsiteX16" fmla="*/ 0 w 12195175"/>
              <a:gd name="connsiteY16" fmla="*/ 0 h 6864350"/>
              <a:gd name="connsiteX0" fmla="*/ 3175 w 12195175"/>
              <a:gd name="connsiteY0" fmla="*/ 6863214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3175 w 12195175"/>
              <a:gd name="connsiteY3" fmla="*/ 6863214 h 6863214"/>
              <a:gd name="connsiteX4" fmla="*/ 0 w 12195175"/>
              <a:gd name="connsiteY4" fmla="*/ 0 h 6863214"/>
              <a:gd name="connsiteX5" fmla="*/ 12195175 w 12195175"/>
              <a:gd name="connsiteY5" fmla="*/ 0 h 6863214"/>
              <a:gd name="connsiteX6" fmla="*/ 12195175 w 12195175"/>
              <a:gd name="connsiteY6" fmla="*/ 5053013 h 6863214"/>
              <a:gd name="connsiteX7" fmla="*/ 1175111 w 12195175"/>
              <a:gd name="connsiteY7" fmla="*/ 5053013 h 6863214"/>
              <a:gd name="connsiteX8" fmla="*/ 961835 w 12195175"/>
              <a:gd name="connsiteY8" fmla="*/ 5176147 h 6863214"/>
              <a:gd name="connsiteX9" fmla="*/ 941474 w 12195175"/>
              <a:gd name="connsiteY9" fmla="*/ 5184556 h 6863214"/>
              <a:gd name="connsiteX10" fmla="*/ 919987 w 12195175"/>
              <a:gd name="connsiteY10" fmla="*/ 5187360 h 6863214"/>
              <a:gd name="connsiteX11" fmla="*/ 898500 w 12195175"/>
              <a:gd name="connsiteY11" fmla="*/ 5184556 h 6863214"/>
              <a:gd name="connsiteX12" fmla="*/ 878140 w 12195175"/>
              <a:gd name="connsiteY12" fmla="*/ 5176147 h 6863214"/>
              <a:gd name="connsiteX13" fmla="*/ 664866 w 12195175"/>
              <a:gd name="connsiteY13" fmla="*/ 5053013 h 6863214"/>
              <a:gd name="connsiteX14" fmla="*/ 0 w 12195175"/>
              <a:gd name="connsiteY14" fmla="*/ 5053013 h 6863214"/>
              <a:gd name="connsiteX15" fmla="*/ 0 w 12195175"/>
              <a:gd name="connsiteY15" fmla="*/ 0 h 6863214"/>
              <a:gd name="connsiteX0" fmla="*/ 12188630 w 12195175"/>
              <a:gd name="connsiteY0" fmla="*/ 6863214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0 w 12195175"/>
              <a:gd name="connsiteY3" fmla="*/ 0 h 6863214"/>
              <a:gd name="connsiteX4" fmla="*/ 12195175 w 12195175"/>
              <a:gd name="connsiteY4" fmla="*/ 0 h 6863214"/>
              <a:gd name="connsiteX5" fmla="*/ 12195175 w 12195175"/>
              <a:gd name="connsiteY5" fmla="*/ 5053013 h 6863214"/>
              <a:gd name="connsiteX6" fmla="*/ 1175111 w 12195175"/>
              <a:gd name="connsiteY6" fmla="*/ 5053013 h 6863214"/>
              <a:gd name="connsiteX7" fmla="*/ 961835 w 12195175"/>
              <a:gd name="connsiteY7" fmla="*/ 5176147 h 6863214"/>
              <a:gd name="connsiteX8" fmla="*/ 941474 w 12195175"/>
              <a:gd name="connsiteY8" fmla="*/ 5184556 h 6863214"/>
              <a:gd name="connsiteX9" fmla="*/ 919987 w 12195175"/>
              <a:gd name="connsiteY9" fmla="*/ 5187360 h 6863214"/>
              <a:gd name="connsiteX10" fmla="*/ 898500 w 12195175"/>
              <a:gd name="connsiteY10" fmla="*/ 5184556 h 6863214"/>
              <a:gd name="connsiteX11" fmla="*/ 878140 w 12195175"/>
              <a:gd name="connsiteY11" fmla="*/ 5176147 h 6863214"/>
              <a:gd name="connsiteX12" fmla="*/ 664866 w 12195175"/>
              <a:gd name="connsiteY12" fmla="*/ 5053013 h 6863214"/>
              <a:gd name="connsiteX13" fmla="*/ 0 w 12195175"/>
              <a:gd name="connsiteY13" fmla="*/ 5053013 h 6863214"/>
              <a:gd name="connsiteX14" fmla="*/ 0 w 12195175"/>
              <a:gd name="connsiteY14" fmla="*/ 0 h 6863214"/>
              <a:gd name="connsiteX0" fmla="*/ 0 w 12195175"/>
              <a:gd name="connsiteY0" fmla="*/ 0 h 5187360"/>
              <a:gd name="connsiteX1" fmla="*/ 12195175 w 12195175"/>
              <a:gd name="connsiteY1" fmla="*/ 0 h 5187360"/>
              <a:gd name="connsiteX2" fmla="*/ 12195175 w 12195175"/>
              <a:gd name="connsiteY2" fmla="*/ 5053013 h 5187360"/>
              <a:gd name="connsiteX3" fmla="*/ 1175111 w 12195175"/>
              <a:gd name="connsiteY3" fmla="*/ 5053013 h 5187360"/>
              <a:gd name="connsiteX4" fmla="*/ 961835 w 12195175"/>
              <a:gd name="connsiteY4" fmla="*/ 5176147 h 5187360"/>
              <a:gd name="connsiteX5" fmla="*/ 941474 w 12195175"/>
              <a:gd name="connsiteY5" fmla="*/ 5184556 h 5187360"/>
              <a:gd name="connsiteX6" fmla="*/ 919987 w 12195175"/>
              <a:gd name="connsiteY6" fmla="*/ 5187360 h 5187360"/>
              <a:gd name="connsiteX7" fmla="*/ 898500 w 12195175"/>
              <a:gd name="connsiteY7" fmla="*/ 5184556 h 5187360"/>
              <a:gd name="connsiteX8" fmla="*/ 878140 w 12195175"/>
              <a:gd name="connsiteY8" fmla="*/ 5176147 h 5187360"/>
              <a:gd name="connsiteX9" fmla="*/ 664866 w 12195175"/>
              <a:gd name="connsiteY9" fmla="*/ 5053013 h 5187360"/>
              <a:gd name="connsiteX10" fmla="*/ 0 w 12195175"/>
              <a:gd name="connsiteY10" fmla="*/ 5053013 h 5187360"/>
              <a:gd name="connsiteX11" fmla="*/ 0 w 12195175"/>
              <a:gd name="connsiteY11" fmla="*/ 0 h 5187360"/>
              <a:gd name="connsiteX0" fmla="*/ 0 w 12195175"/>
              <a:gd name="connsiteY0" fmla="*/ 0 h 5187360"/>
              <a:gd name="connsiteX1" fmla="*/ 4161417 w 12195175"/>
              <a:gd name="connsiteY1" fmla="*/ 0 h 5187360"/>
              <a:gd name="connsiteX2" fmla="*/ 12195175 w 12195175"/>
              <a:gd name="connsiteY2" fmla="*/ 5053013 h 5187360"/>
              <a:gd name="connsiteX3" fmla="*/ 1175111 w 12195175"/>
              <a:gd name="connsiteY3" fmla="*/ 5053013 h 5187360"/>
              <a:gd name="connsiteX4" fmla="*/ 961835 w 12195175"/>
              <a:gd name="connsiteY4" fmla="*/ 5176147 h 5187360"/>
              <a:gd name="connsiteX5" fmla="*/ 941474 w 12195175"/>
              <a:gd name="connsiteY5" fmla="*/ 5184556 h 5187360"/>
              <a:gd name="connsiteX6" fmla="*/ 919987 w 12195175"/>
              <a:gd name="connsiteY6" fmla="*/ 5187360 h 5187360"/>
              <a:gd name="connsiteX7" fmla="*/ 898500 w 12195175"/>
              <a:gd name="connsiteY7" fmla="*/ 5184556 h 5187360"/>
              <a:gd name="connsiteX8" fmla="*/ 878140 w 12195175"/>
              <a:gd name="connsiteY8" fmla="*/ 5176147 h 5187360"/>
              <a:gd name="connsiteX9" fmla="*/ 664866 w 12195175"/>
              <a:gd name="connsiteY9" fmla="*/ 5053013 h 5187360"/>
              <a:gd name="connsiteX10" fmla="*/ 0 w 12195175"/>
              <a:gd name="connsiteY10" fmla="*/ 5053013 h 5187360"/>
              <a:gd name="connsiteX11" fmla="*/ 0 w 12195175"/>
              <a:gd name="connsiteY11" fmla="*/ 0 h 5187360"/>
              <a:gd name="connsiteX0" fmla="*/ 0 w 4170947"/>
              <a:gd name="connsiteY0" fmla="*/ 0 h 5187360"/>
              <a:gd name="connsiteX1" fmla="*/ 4161417 w 4170947"/>
              <a:gd name="connsiteY1" fmla="*/ 0 h 5187360"/>
              <a:gd name="connsiteX2" fmla="*/ 4170947 w 4170947"/>
              <a:gd name="connsiteY2" fmla="*/ 5053013 h 5187360"/>
              <a:gd name="connsiteX3" fmla="*/ 1175111 w 4170947"/>
              <a:gd name="connsiteY3" fmla="*/ 5053013 h 5187360"/>
              <a:gd name="connsiteX4" fmla="*/ 961835 w 4170947"/>
              <a:gd name="connsiteY4" fmla="*/ 5176147 h 5187360"/>
              <a:gd name="connsiteX5" fmla="*/ 941474 w 4170947"/>
              <a:gd name="connsiteY5" fmla="*/ 5184556 h 5187360"/>
              <a:gd name="connsiteX6" fmla="*/ 919987 w 4170947"/>
              <a:gd name="connsiteY6" fmla="*/ 5187360 h 5187360"/>
              <a:gd name="connsiteX7" fmla="*/ 898500 w 4170947"/>
              <a:gd name="connsiteY7" fmla="*/ 5184556 h 5187360"/>
              <a:gd name="connsiteX8" fmla="*/ 878140 w 4170947"/>
              <a:gd name="connsiteY8" fmla="*/ 5176147 h 5187360"/>
              <a:gd name="connsiteX9" fmla="*/ 664866 w 4170947"/>
              <a:gd name="connsiteY9" fmla="*/ 5053013 h 5187360"/>
              <a:gd name="connsiteX10" fmla="*/ 0 w 4170947"/>
              <a:gd name="connsiteY10" fmla="*/ 5053013 h 5187360"/>
              <a:gd name="connsiteX11" fmla="*/ 0 w 4170947"/>
              <a:gd name="connsiteY11" fmla="*/ 0 h 518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70947" h="5187360">
                <a:moveTo>
                  <a:pt x="0" y="0"/>
                </a:moveTo>
                <a:lnTo>
                  <a:pt x="4161417" y="0"/>
                </a:lnTo>
                <a:cubicBezTo>
                  <a:pt x="4164594" y="1684338"/>
                  <a:pt x="4167770" y="3368675"/>
                  <a:pt x="4170947" y="5053013"/>
                </a:cubicBezTo>
                <a:lnTo>
                  <a:pt x="1175111" y="5053013"/>
                </a:lnTo>
                <a:lnTo>
                  <a:pt x="961835" y="5176147"/>
                </a:lnTo>
                <a:lnTo>
                  <a:pt x="941474" y="5184556"/>
                </a:lnTo>
                <a:lnTo>
                  <a:pt x="919987" y="5187360"/>
                </a:lnTo>
                <a:lnTo>
                  <a:pt x="898500" y="5184556"/>
                </a:lnTo>
                <a:lnTo>
                  <a:pt x="878140" y="5176147"/>
                </a:lnTo>
                <a:lnTo>
                  <a:pt x="664866" y="5053013"/>
                </a:lnTo>
                <a:lnTo>
                  <a:pt x="0" y="5053013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6" name="Rectangle 2"/>
          <p:cNvSpPr/>
          <p:nvPr userDrawn="1"/>
        </p:nvSpPr>
        <p:spPr>
          <a:xfrm>
            <a:off x="0" y="5043489"/>
            <a:ext cx="12188825" cy="1824037"/>
          </a:xfrm>
          <a:custGeom>
            <a:avLst/>
            <a:gdLst>
              <a:gd name="connsiteX0" fmla="*/ 0 w 12195175"/>
              <a:gd name="connsiteY0" fmla="*/ 0 h 1824037"/>
              <a:gd name="connsiteX1" fmla="*/ 664866 w 12195175"/>
              <a:gd name="connsiteY1" fmla="*/ 0 h 1824037"/>
              <a:gd name="connsiteX2" fmla="*/ 878140 w 12195175"/>
              <a:gd name="connsiteY2" fmla="*/ 123134 h 1824037"/>
              <a:gd name="connsiteX3" fmla="*/ 898500 w 12195175"/>
              <a:gd name="connsiteY3" fmla="*/ 131543 h 1824037"/>
              <a:gd name="connsiteX4" fmla="*/ 919987 w 12195175"/>
              <a:gd name="connsiteY4" fmla="*/ 134347 h 1824037"/>
              <a:gd name="connsiteX5" fmla="*/ 941474 w 12195175"/>
              <a:gd name="connsiteY5" fmla="*/ 131543 h 1824037"/>
              <a:gd name="connsiteX6" fmla="*/ 961835 w 12195175"/>
              <a:gd name="connsiteY6" fmla="*/ 123134 h 1824037"/>
              <a:gd name="connsiteX7" fmla="*/ 1175111 w 12195175"/>
              <a:gd name="connsiteY7" fmla="*/ 0 h 1824037"/>
              <a:gd name="connsiteX8" fmla="*/ 12195175 w 12195175"/>
              <a:gd name="connsiteY8" fmla="*/ 0 h 1824037"/>
              <a:gd name="connsiteX9" fmla="*/ 12195175 w 12195175"/>
              <a:gd name="connsiteY9" fmla="*/ 1804987 h 1824037"/>
              <a:gd name="connsiteX10" fmla="*/ 0 w 12195175"/>
              <a:gd name="connsiteY10" fmla="*/ 1824037 h 1824037"/>
              <a:gd name="connsiteX11" fmla="*/ 0 w 12195175"/>
              <a:gd name="connsiteY11" fmla="*/ 0 h 1824037"/>
              <a:gd name="connsiteX0" fmla="*/ 0 w 12195175"/>
              <a:gd name="connsiteY0" fmla="*/ 0 h 1824037"/>
              <a:gd name="connsiteX1" fmla="*/ 664866 w 12195175"/>
              <a:gd name="connsiteY1" fmla="*/ 0 h 1824037"/>
              <a:gd name="connsiteX2" fmla="*/ 878140 w 12195175"/>
              <a:gd name="connsiteY2" fmla="*/ 123134 h 1824037"/>
              <a:gd name="connsiteX3" fmla="*/ 898500 w 12195175"/>
              <a:gd name="connsiteY3" fmla="*/ 131543 h 1824037"/>
              <a:gd name="connsiteX4" fmla="*/ 919987 w 12195175"/>
              <a:gd name="connsiteY4" fmla="*/ 134347 h 1824037"/>
              <a:gd name="connsiteX5" fmla="*/ 941474 w 12195175"/>
              <a:gd name="connsiteY5" fmla="*/ 131543 h 1824037"/>
              <a:gd name="connsiteX6" fmla="*/ 961835 w 12195175"/>
              <a:gd name="connsiteY6" fmla="*/ 123134 h 1824037"/>
              <a:gd name="connsiteX7" fmla="*/ 1175111 w 12195175"/>
              <a:gd name="connsiteY7" fmla="*/ 0 h 1824037"/>
              <a:gd name="connsiteX8" fmla="*/ 12195175 w 12195175"/>
              <a:gd name="connsiteY8" fmla="*/ 0 h 1824037"/>
              <a:gd name="connsiteX9" fmla="*/ 12195175 w 12195175"/>
              <a:gd name="connsiteY9" fmla="*/ 1824037 h 1824037"/>
              <a:gd name="connsiteX10" fmla="*/ 0 w 12195175"/>
              <a:gd name="connsiteY10" fmla="*/ 1824037 h 1824037"/>
              <a:gd name="connsiteX11" fmla="*/ 0 w 12195175"/>
              <a:gd name="connsiteY11" fmla="*/ 0 h 182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5175" h="1824037">
                <a:moveTo>
                  <a:pt x="0" y="0"/>
                </a:moveTo>
                <a:lnTo>
                  <a:pt x="664866" y="0"/>
                </a:lnTo>
                <a:lnTo>
                  <a:pt x="878140" y="123134"/>
                </a:lnTo>
                <a:lnTo>
                  <a:pt x="898500" y="131543"/>
                </a:lnTo>
                <a:lnTo>
                  <a:pt x="919987" y="134347"/>
                </a:lnTo>
                <a:lnTo>
                  <a:pt x="941474" y="131543"/>
                </a:lnTo>
                <a:lnTo>
                  <a:pt x="961835" y="123134"/>
                </a:lnTo>
                <a:lnTo>
                  <a:pt x="1175111" y="0"/>
                </a:lnTo>
                <a:lnTo>
                  <a:pt x="12195175" y="0"/>
                </a:lnTo>
                <a:lnTo>
                  <a:pt x="12195175" y="1824037"/>
                </a:lnTo>
                <a:lnTo>
                  <a:pt x="0" y="1824037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33401" y="5577840"/>
            <a:ext cx="9176656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rgbClr val="42556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33401" y="6108192"/>
            <a:ext cx="9176656" cy="219456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rgbClr val="425563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  <p:sp>
        <p:nvSpPr>
          <p:cNvPr id="12" name="Picture Placeholder 28"/>
          <p:cNvSpPr>
            <a:spLocks noGrp="1"/>
          </p:cNvSpPr>
          <p:nvPr>
            <p:ph type="pic" sz="quarter" idx="12"/>
          </p:nvPr>
        </p:nvSpPr>
        <p:spPr>
          <a:xfrm>
            <a:off x="4151539" y="0"/>
            <a:ext cx="4048125" cy="505301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28"/>
          <p:cNvSpPr>
            <a:spLocks noGrp="1"/>
          </p:cNvSpPr>
          <p:nvPr>
            <p:ph type="pic" sz="quarter" idx="13"/>
          </p:nvPr>
        </p:nvSpPr>
        <p:spPr>
          <a:xfrm>
            <a:off x="8190850" y="-1"/>
            <a:ext cx="3997975" cy="5053013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639" y="5711756"/>
            <a:ext cx="1892232" cy="5125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893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 Phot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8"/>
          <p:cNvSpPr>
            <a:spLocks noGrp="1"/>
          </p:cNvSpPr>
          <p:nvPr>
            <p:ph type="pic" sz="quarter" idx="13"/>
          </p:nvPr>
        </p:nvSpPr>
        <p:spPr>
          <a:xfrm>
            <a:off x="4117196" y="2515127"/>
            <a:ext cx="3965122" cy="2538415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8"/>
          <p:cNvSpPr>
            <a:spLocks noGrp="1"/>
          </p:cNvSpPr>
          <p:nvPr>
            <p:ph type="pic" sz="quarter" idx="15"/>
          </p:nvPr>
        </p:nvSpPr>
        <p:spPr>
          <a:xfrm>
            <a:off x="8084259" y="2514601"/>
            <a:ext cx="4104566" cy="253841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8"/>
          <p:cNvSpPr>
            <a:spLocks noGrp="1"/>
          </p:cNvSpPr>
          <p:nvPr>
            <p:ph type="pic" sz="quarter" idx="12"/>
          </p:nvPr>
        </p:nvSpPr>
        <p:spPr>
          <a:xfrm>
            <a:off x="4117196" y="0"/>
            <a:ext cx="3965122" cy="2514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8"/>
          <p:cNvSpPr>
            <a:spLocks noGrp="1"/>
          </p:cNvSpPr>
          <p:nvPr>
            <p:ph type="pic" sz="quarter" idx="14"/>
          </p:nvPr>
        </p:nvSpPr>
        <p:spPr>
          <a:xfrm>
            <a:off x="8084258" y="0"/>
            <a:ext cx="4115255" cy="25146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2"/>
          <p:cNvSpPr/>
          <p:nvPr userDrawn="1"/>
        </p:nvSpPr>
        <p:spPr>
          <a:xfrm>
            <a:off x="0" y="5053014"/>
            <a:ext cx="12188825" cy="1804987"/>
          </a:xfrm>
          <a:custGeom>
            <a:avLst/>
            <a:gdLst/>
            <a:ahLst/>
            <a:cxnLst/>
            <a:rect l="l" t="t" r="r" b="b"/>
            <a:pathLst>
              <a:path w="12195175" h="1804987">
                <a:moveTo>
                  <a:pt x="0" y="0"/>
                </a:moveTo>
                <a:lnTo>
                  <a:pt x="664866" y="0"/>
                </a:lnTo>
                <a:lnTo>
                  <a:pt x="878140" y="123134"/>
                </a:lnTo>
                <a:lnTo>
                  <a:pt x="898500" y="131543"/>
                </a:lnTo>
                <a:lnTo>
                  <a:pt x="919987" y="134347"/>
                </a:lnTo>
                <a:lnTo>
                  <a:pt x="941474" y="131543"/>
                </a:lnTo>
                <a:lnTo>
                  <a:pt x="961835" y="123134"/>
                </a:lnTo>
                <a:lnTo>
                  <a:pt x="1175111" y="0"/>
                </a:lnTo>
                <a:lnTo>
                  <a:pt x="12195175" y="0"/>
                </a:lnTo>
                <a:lnTo>
                  <a:pt x="12195175" y="1804987"/>
                </a:lnTo>
                <a:lnTo>
                  <a:pt x="0" y="180498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33401" y="5577840"/>
            <a:ext cx="9176656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rgbClr val="425563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33401" y="6108192"/>
            <a:ext cx="9176656" cy="219456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rgbClr val="425563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639" y="5711756"/>
            <a:ext cx="1892232" cy="512545"/>
          </a:xfrm>
          <a:prstGeom prst="rect">
            <a:avLst/>
          </a:prstGeom>
        </p:spPr>
      </p:pic>
      <p:sp>
        <p:nvSpPr>
          <p:cNvPr id="17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119459" cy="5187360"/>
          </a:xfrm>
          <a:custGeom>
            <a:avLst/>
            <a:gdLst>
              <a:gd name="connsiteX0" fmla="*/ 0 w 12210855"/>
              <a:gd name="connsiteY0" fmla="*/ 6858000 h 7620000"/>
              <a:gd name="connsiteX1" fmla="*/ 12195175 w 12210855"/>
              <a:gd name="connsiteY1" fmla="*/ 6858000 h 7620000"/>
              <a:gd name="connsiteX2" fmla="*/ 12210855 w 12210855"/>
              <a:gd name="connsiteY2" fmla="*/ 6945764 h 7620000"/>
              <a:gd name="connsiteX3" fmla="*/ 0 w 12210855"/>
              <a:gd name="connsiteY3" fmla="*/ 7620000 h 7620000"/>
              <a:gd name="connsiteX4" fmla="*/ 0 w 12210855"/>
              <a:gd name="connsiteY4" fmla="*/ 6858000 h 7620000"/>
              <a:gd name="connsiteX5" fmla="*/ 0 w 12210855"/>
              <a:gd name="connsiteY5" fmla="*/ 0 h 7620000"/>
              <a:gd name="connsiteX6" fmla="*/ 12195175 w 12210855"/>
              <a:gd name="connsiteY6" fmla="*/ 0 h 7620000"/>
              <a:gd name="connsiteX7" fmla="*/ 12195175 w 12210855"/>
              <a:gd name="connsiteY7" fmla="*/ 5053013 h 7620000"/>
              <a:gd name="connsiteX8" fmla="*/ 1175111 w 12210855"/>
              <a:gd name="connsiteY8" fmla="*/ 5053013 h 7620000"/>
              <a:gd name="connsiteX9" fmla="*/ 961835 w 12210855"/>
              <a:gd name="connsiteY9" fmla="*/ 5176147 h 7620000"/>
              <a:gd name="connsiteX10" fmla="*/ 941474 w 12210855"/>
              <a:gd name="connsiteY10" fmla="*/ 5184556 h 7620000"/>
              <a:gd name="connsiteX11" fmla="*/ 919987 w 12210855"/>
              <a:gd name="connsiteY11" fmla="*/ 5187360 h 7620000"/>
              <a:gd name="connsiteX12" fmla="*/ 898500 w 12210855"/>
              <a:gd name="connsiteY12" fmla="*/ 5184556 h 7620000"/>
              <a:gd name="connsiteX13" fmla="*/ 878140 w 12210855"/>
              <a:gd name="connsiteY13" fmla="*/ 5176147 h 7620000"/>
              <a:gd name="connsiteX14" fmla="*/ 664866 w 12210855"/>
              <a:gd name="connsiteY14" fmla="*/ 5053013 h 7620000"/>
              <a:gd name="connsiteX15" fmla="*/ 0 w 12210855"/>
              <a:gd name="connsiteY15" fmla="*/ 5053013 h 7620000"/>
              <a:gd name="connsiteX16" fmla="*/ 0 w 12210855"/>
              <a:gd name="connsiteY16" fmla="*/ 0 h 7620000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0 w 12210855"/>
              <a:gd name="connsiteY3" fmla="*/ 694576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210855"/>
              <a:gd name="connsiteY0" fmla="*/ 6858000 h 6945764"/>
              <a:gd name="connsiteX1" fmla="*/ 12195175 w 12210855"/>
              <a:gd name="connsiteY1" fmla="*/ 6858000 h 6945764"/>
              <a:gd name="connsiteX2" fmla="*/ 12210855 w 12210855"/>
              <a:gd name="connsiteY2" fmla="*/ 6945764 h 6945764"/>
              <a:gd name="connsiteX3" fmla="*/ 3175 w 12210855"/>
              <a:gd name="connsiteY3" fmla="*/ 6863214 h 6945764"/>
              <a:gd name="connsiteX4" fmla="*/ 0 w 12210855"/>
              <a:gd name="connsiteY4" fmla="*/ 6858000 h 6945764"/>
              <a:gd name="connsiteX5" fmla="*/ 0 w 12210855"/>
              <a:gd name="connsiteY5" fmla="*/ 0 h 6945764"/>
              <a:gd name="connsiteX6" fmla="*/ 12195175 w 12210855"/>
              <a:gd name="connsiteY6" fmla="*/ 0 h 6945764"/>
              <a:gd name="connsiteX7" fmla="*/ 12195175 w 12210855"/>
              <a:gd name="connsiteY7" fmla="*/ 5053013 h 6945764"/>
              <a:gd name="connsiteX8" fmla="*/ 1175111 w 12210855"/>
              <a:gd name="connsiteY8" fmla="*/ 5053013 h 6945764"/>
              <a:gd name="connsiteX9" fmla="*/ 961835 w 12210855"/>
              <a:gd name="connsiteY9" fmla="*/ 5176147 h 6945764"/>
              <a:gd name="connsiteX10" fmla="*/ 941474 w 12210855"/>
              <a:gd name="connsiteY10" fmla="*/ 5184556 h 6945764"/>
              <a:gd name="connsiteX11" fmla="*/ 919987 w 12210855"/>
              <a:gd name="connsiteY11" fmla="*/ 5187360 h 6945764"/>
              <a:gd name="connsiteX12" fmla="*/ 898500 w 12210855"/>
              <a:gd name="connsiteY12" fmla="*/ 5184556 h 6945764"/>
              <a:gd name="connsiteX13" fmla="*/ 878140 w 12210855"/>
              <a:gd name="connsiteY13" fmla="*/ 5176147 h 6945764"/>
              <a:gd name="connsiteX14" fmla="*/ 664866 w 12210855"/>
              <a:gd name="connsiteY14" fmla="*/ 5053013 h 6945764"/>
              <a:gd name="connsiteX15" fmla="*/ 0 w 12210855"/>
              <a:gd name="connsiteY15" fmla="*/ 5053013 h 6945764"/>
              <a:gd name="connsiteX16" fmla="*/ 0 w 12210855"/>
              <a:gd name="connsiteY16" fmla="*/ 0 h 6945764"/>
              <a:gd name="connsiteX0" fmla="*/ 0 w 12198155"/>
              <a:gd name="connsiteY0" fmla="*/ 6858000 h 6863214"/>
              <a:gd name="connsiteX1" fmla="*/ 12195175 w 12198155"/>
              <a:gd name="connsiteY1" fmla="*/ 6858000 h 6863214"/>
              <a:gd name="connsiteX2" fmla="*/ 12198155 w 12198155"/>
              <a:gd name="connsiteY2" fmla="*/ 6860039 h 6863214"/>
              <a:gd name="connsiteX3" fmla="*/ 3175 w 12198155"/>
              <a:gd name="connsiteY3" fmla="*/ 6863214 h 6863214"/>
              <a:gd name="connsiteX4" fmla="*/ 0 w 12198155"/>
              <a:gd name="connsiteY4" fmla="*/ 6858000 h 6863214"/>
              <a:gd name="connsiteX5" fmla="*/ 0 w 12198155"/>
              <a:gd name="connsiteY5" fmla="*/ 0 h 6863214"/>
              <a:gd name="connsiteX6" fmla="*/ 12195175 w 12198155"/>
              <a:gd name="connsiteY6" fmla="*/ 0 h 6863214"/>
              <a:gd name="connsiteX7" fmla="*/ 12195175 w 12198155"/>
              <a:gd name="connsiteY7" fmla="*/ 5053013 h 6863214"/>
              <a:gd name="connsiteX8" fmla="*/ 1175111 w 12198155"/>
              <a:gd name="connsiteY8" fmla="*/ 5053013 h 6863214"/>
              <a:gd name="connsiteX9" fmla="*/ 961835 w 12198155"/>
              <a:gd name="connsiteY9" fmla="*/ 5176147 h 6863214"/>
              <a:gd name="connsiteX10" fmla="*/ 941474 w 12198155"/>
              <a:gd name="connsiteY10" fmla="*/ 5184556 h 6863214"/>
              <a:gd name="connsiteX11" fmla="*/ 919987 w 12198155"/>
              <a:gd name="connsiteY11" fmla="*/ 5187360 h 6863214"/>
              <a:gd name="connsiteX12" fmla="*/ 898500 w 12198155"/>
              <a:gd name="connsiteY12" fmla="*/ 5184556 h 6863214"/>
              <a:gd name="connsiteX13" fmla="*/ 878140 w 12198155"/>
              <a:gd name="connsiteY13" fmla="*/ 5176147 h 6863214"/>
              <a:gd name="connsiteX14" fmla="*/ 664866 w 12198155"/>
              <a:gd name="connsiteY14" fmla="*/ 5053013 h 6863214"/>
              <a:gd name="connsiteX15" fmla="*/ 0 w 12198155"/>
              <a:gd name="connsiteY15" fmla="*/ 5053013 h 6863214"/>
              <a:gd name="connsiteX16" fmla="*/ 0 w 1219815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5455 w 12195175"/>
              <a:gd name="connsiteY2" fmla="*/ 6834639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58000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3175 w 12195175"/>
              <a:gd name="connsiteY3" fmla="*/ 6863214 h 6863214"/>
              <a:gd name="connsiteX4" fmla="*/ 0 w 12195175"/>
              <a:gd name="connsiteY4" fmla="*/ 6858000 h 6863214"/>
              <a:gd name="connsiteX5" fmla="*/ 0 w 12195175"/>
              <a:gd name="connsiteY5" fmla="*/ 0 h 6863214"/>
              <a:gd name="connsiteX6" fmla="*/ 12195175 w 12195175"/>
              <a:gd name="connsiteY6" fmla="*/ 0 h 6863214"/>
              <a:gd name="connsiteX7" fmla="*/ 12195175 w 12195175"/>
              <a:gd name="connsiteY7" fmla="*/ 5053013 h 6863214"/>
              <a:gd name="connsiteX8" fmla="*/ 1175111 w 12195175"/>
              <a:gd name="connsiteY8" fmla="*/ 5053013 h 6863214"/>
              <a:gd name="connsiteX9" fmla="*/ 961835 w 12195175"/>
              <a:gd name="connsiteY9" fmla="*/ 5176147 h 6863214"/>
              <a:gd name="connsiteX10" fmla="*/ 941474 w 12195175"/>
              <a:gd name="connsiteY10" fmla="*/ 5184556 h 6863214"/>
              <a:gd name="connsiteX11" fmla="*/ 919987 w 12195175"/>
              <a:gd name="connsiteY11" fmla="*/ 5187360 h 6863214"/>
              <a:gd name="connsiteX12" fmla="*/ 898500 w 12195175"/>
              <a:gd name="connsiteY12" fmla="*/ 5184556 h 6863214"/>
              <a:gd name="connsiteX13" fmla="*/ 878140 w 12195175"/>
              <a:gd name="connsiteY13" fmla="*/ 5176147 h 6863214"/>
              <a:gd name="connsiteX14" fmla="*/ 664866 w 12195175"/>
              <a:gd name="connsiteY14" fmla="*/ 5053013 h 6863214"/>
              <a:gd name="connsiteX15" fmla="*/ 0 w 12195175"/>
              <a:gd name="connsiteY15" fmla="*/ 5053013 h 6863214"/>
              <a:gd name="connsiteX16" fmla="*/ 0 w 12195175"/>
              <a:gd name="connsiteY16" fmla="*/ 0 h 6863214"/>
              <a:gd name="connsiteX0" fmla="*/ 0 w 12195175"/>
              <a:gd name="connsiteY0" fmla="*/ 6864350 h 6864350"/>
              <a:gd name="connsiteX1" fmla="*/ 12195175 w 12195175"/>
              <a:gd name="connsiteY1" fmla="*/ 6858000 h 6864350"/>
              <a:gd name="connsiteX2" fmla="*/ 12188630 w 12195175"/>
              <a:gd name="connsiteY2" fmla="*/ 6863214 h 6864350"/>
              <a:gd name="connsiteX3" fmla="*/ 3175 w 12195175"/>
              <a:gd name="connsiteY3" fmla="*/ 6863214 h 6864350"/>
              <a:gd name="connsiteX4" fmla="*/ 0 w 12195175"/>
              <a:gd name="connsiteY4" fmla="*/ 6864350 h 6864350"/>
              <a:gd name="connsiteX5" fmla="*/ 0 w 12195175"/>
              <a:gd name="connsiteY5" fmla="*/ 0 h 6864350"/>
              <a:gd name="connsiteX6" fmla="*/ 12195175 w 12195175"/>
              <a:gd name="connsiteY6" fmla="*/ 0 h 6864350"/>
              <a:gd name="connsiteX7" fmla="*/ 12195175 w 12195175"/>
              <a:gd name="connsiteY7" fmla="*/ 5053013 h 6864350"/>
              <a:gd name="connsiteX8" fmla="*/ 1175111 w 12195175"/>
              <a:gd name="connsiteY8" fmla="*/ 5053013 h 6864350"/>
              <a:gd name="connsiteX9" fmla="*/ 961835 w 12195175"/>
              <a:gd name="connsiteY9" fmla="*/ 5176147 h 6864350"/>
              <a:gd name="connsiteX10" fmla="*/ 941474 w 12195175"/>
              <a:gd name="connsiteY10" fmla="*/ 5184556 h 6864350"/>
              <a:gd name="connsiteX11" fmla="*/ 919987 w 12195175"/>
              <a:gd name="connsiteY11" fmla="*/ 5187360 h 6864350"/>
              <a:gd name="connsiteX12" fmla="*/ 898500 w 12195175"/>
              <a:gd name="connsiteY12" fmla="*/ 5184556 h 6864350"/>
              <a:gd name="connsiteX13" fmla="*/ 878140 w 12195175"/>
              <a:gd name="connsiteY13" fmla="*/ 5176147 h 6864350"/>
              <a:gd name="connsiteX14" fmla="*/ 664866 w 12195175"/>
              <a:gd name="connsiteY14" fmla="*/ 5053013 h 6864350"/>
              <a:gd name="connsiteX15" fmla="*/ 0 w 12195175"/>
              <a:gd name="connsiteY15" fmla="*/ 5053013 h 6864350"/>
              <a:gd name="connsiteX16" fmla="*/ 0 w 12195175"/>
              <a:gd name="connsiteY16" fmla="*/ 0 h 6864350"/>
              <a:gd name="connsiteX0" fmla="*/ 3175 w 12195175"/>
              <a:gd name="connsiteY0" fmla="*/ 6863214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3175 w 12195175"/>
              <a:gd name="connsiteY3" fmla="*/ 6863214 h 6863214"/>
              <a:gd name="connsiteX4" fmla="*/ 0 w 12195175"/>
              <a:gd name="connsiteY4" fmla="*/ 0 h 6863214"/>
              <a:gd name="connsiteX5" fmla="*/ 12195175 w 12195175"/>
              <a:gd name="connsiteY5" fmla="*/ 0 h 6863214"/>
              <a:gd name="connsiteX6" fmla="*/ 12195175 w 12195175"/>
              <a:gd name="connsiteY6" fmla="*/ 5053013 h 6863214"/>
              <a:gd name="connsiteX7" fmla="*/ 1175111 w 12195175"/>
              <a:gd name="connsiteY7" fmla="*/ 5053013 h 6863214"/>
              <a:gd name="connsiteX8" fmla="*/ 961835 w 12195175"/>
              <a:gd name="connsiteY8" fmla="*/ 5176147 h 6863214"/>
              <a:gd name="connsiteX9" fmla="*/ 941474 w 12195175"/>
              <a:gd name="connsiteY9" fmla="*/ 5184556 h 6863214"/>
              <a:gd name="connsiteX10" fmla="*/ 919987 w 12195175"/>
              <a:gd name="connsiteY10" fmla="*/ 5187360 h 6863214"/>
              <a:gd name="connsiteX11" fmla="*/ 898500 w 12195175"/>
              <a:gd name="connsiteY11" fmla="*/ 5184556 h 6863214"/>
              <a:gd name="connsiteX12" fmla="*/ 878140 w 12195175"/>
              <a:gd name="connsiteY12" fmla="*/ 5176147 h 6863214"/>
              <a:gd name="connsiteX13" fmla="*/ 664866 w 12195175"/>
              <a:gd name="connsiteY13" fmla="*/ 5053013 h 6863214"/>
              <a:gd name="connsiteX14" fmla="*/ 0 w 12195175"/>
              <a:gd name="connsiteY14" fmla="*/ 5053013 h 6863214"/>
              <a:gd name="connsiteX15" fmla="*/ 0 w 12195175"/>
              <a:gd name="connsiteY15" fmla="*/ 0 h 6863214"/>
              <a:gd name="connsiteX0" fmla="*/ 12188630 w 12195175"/>
              <a:gd name="connsiteY0" fmla="*/ 6863214 h 6863214"/>
              <a:gd name="connsiteX1" fmla="*/ 12195175 w 12195175"/>
              <a:gd name="connsiteY1" fmla="*/ 6858000 h 6863214"/>
              <a:gd name="connsiteX2" fmla="*/ 12188630 w 12195175"/>
              <a:gd name="connsiteY2" fmla="*/ 6863214 h 6863214"/>
              <a:gd name="connsiteX3" fmla="*/ 0 w 12195175"/>
              <a:gd name="connsiteY3" fmla="*/ 0 h 6863214"/>
              <a:gd name="connsiteX4" fmla="*/ 12195175 w 12195175"/>
              <a:gd name="connsiteY4" fmla="*/ 0 h 6863214"/>
              <a:gd name="connsiteX5" fmla="*/ 12195175 w 12195175"/>
              <a:gd name="connsiteY5" fmla="*/ 5053013 h 6863214"/>
              <a:gd name="connsiteX6" fmla="*/ 1175111 w 12195175"/>
              <a:gd name="connsiteY6" fmla="*/ 5053013 h 6863214"/>
              <a:gd name="connsiteX7" fmla="*/ 961835 w 12195175"/>
              <a:gd name="connsiteY7" fmla="*/ 5176147 h 6863214"/>
              <a:gd name="connsiteX8" fmla="*/ 941474 w 12195175"/>
              <a:gd name="connsiteY8" fmla="*/ 5184556 h 6863214"/>
              <a:gd name="connsiteX9" fmla="*/ 919987 w 12195175"/>
              <a:gd name="connsiteY9" fmla="*/ 5187360 h 6863214"/>
              <a:gd name="connsiteX10" fmla="*/ 898500 w 12195175"/>
              <a:gd name="connsiteY10" fmla="*/ 5184556 h 6863214"/>
              <a:gd name="connsiteX11" fmla="*/ 878140 w 12195175"/>
              <a:gd name="connsiteY11" fmla="*/ 5176147 h 6863214"/>
              <a:gd name="connsiteX12" fmla="*/ 664866 w 12195175"/>
              <a:gd name="connsiteY12" fmla="*/ 5053013 h 6863214"/>
              <a:gd name="connsiteX13" fmla="*/ 0 w 12195175"/>
              <a:gd name="connsiteY13" fmla="*/ 5053013 h 6863214"/>
              <a:gd name="connsiteX14" fmla="*/ 0 w 12195175"/>
              <a:gd name="connsiteY14" fmla="*/ 0 h 6863214"/>
              <a:gd name="connsiteX0" fmla="*/ 0 w 12195175"/>
              <a:gd name="connsiteY0" fmla="*/ 0 h 5187360"/>
              <a:gd name="connsiteX1" fmla="*/ 12195175 w 12195175"/>
              <a:gd name="connsiteY1" fmla="*/ 0 h 5187360"/>
              <a:gd name="connsiteX2" fmla="*/ 12195175 w 12195175"/>
              <a:gd name="connsiteY2" fmla="*/ 5053013 h 5187360"/>
              <a:gd name="connsiteX3" fmla="*/ 1175111 w 12195175"/>
              <a:gd name="connsiteY3" fmla="*/ 5053013 h 5187360"/>
              <a:gd name="connsiteX4" fmla="*/ 961835 w 12195175"/>
              <a:gd name="connsiteY4" fmla="*/ 5176147 h 5187360"/>
              <a:gd name="connsiteX5" fmla="*/ 941474 w 12195175"/>
              <a:gd name="connsiteY5" fmla="*/ 5184556 h 5187360"/>
              <a:gd name="connsiteX6" fmla="*/ 919987 w 12195175"/>
              <a:gd name="connsiteY6" fmla="*/ 5187360 h 5187360"/>
              <a:gd name="connsiteX7" fmla="*/ 898500 w 12195175"/>
              <a:gd name="connsiteY7" fmla="*/ 5184556 h 5187360"/>
              <a:gd name="connsiteX8" fmla="*/ 878140 w 12195175"/>
              <a:gd name="connsiteY8" fmla="*/ 5176147 h 5187360"/>
              <a:gd name="connsiteX9" fmla="*/ 664866 w 12195175"/>
              <a:gd name="connsiteY9" fmla="*/ 5053013 h 5187360"/>
              <a:gd name="connsiteX10" fmla="*/ 0 w 12195175"/>
              <a:gd name="connsiteY10" fmla="*/ 5053013 h 5187360"/>
              <a:gd name="connsiteX11" fmla="*/ 0 w 12195175"/>
              <a:gd name="connsiteY11" fmla="*/ 0 h 5187360"/>
              <a:gd name="connsiteX0" fmla="*/ 0 w 12195175"/>
              <a:gd name="connsiteY0" fmla="*/ 0 h 5187360"/>
              <a:gd name="connsiteX1" fmla="*/ 4161417 w 12195175"/>
              <a:gd name="connsiteY1" fmla="*/ 0 h 5187360"/>
              <a:gd name="connsiteX2" fmla="*/ 12195175 w 12195175"/>
              <a:gd name="connsiteY2" fmla="*/ 5053013 h 5187360"/>
              <a:gd name="connsiteX3" fmla="*/ 1175111 w 12195175"/>
              <a:gd name="connsiteY3" fmla="*/ 5053013 h 5187360"/>
              <a:gd name="connsiteX4" fmla="*/ 961835 w 12195175"/>
              <a:gd name="connsiteY4" fmla="*/ 5176147 h 5187360"/>
              <a:gd name="connsiteX5" fmla="*/ 941474 w 12195175"/>
              <a:gd name="connsiteY5" fmla="*/ 5184556 h 5187360"/>
              <a:gd name="connsiteX6" fmla="*/ 919987 w 12195175"/>
              <a:gd name="connsiteY6" fmla="*/ 5187360 h 5187360"/>
              <a:gd name="connsiteX7" fmla="*/ 898500 w 12195175"/>
              <a:gd name="connsiteY7" fmla="*/ 5184556 h 5187360"/>
              <a:gd name="connsiteX8" fmla="*/ 878140 w 12195175"/>
              <a:gd name="connsiteY8" fmla="*/ 5176147 h 5187360"/>
              <a:gd name="connsiteX9" fmla="*/ 664866 w 12195175"/>
              <a:gd name="connsiteY9" fmla="*/ 5053013 h 5187360"/>
              <a:gd name="connsiteX10" fmla="*/ 0 w 12195175"/>
              <a:gd name="connsiteY10" fmla="*/ 5053013 h 5187360"/>
              <a:gd name="connsiteX11" fmla="*/ 0 w 12195175"/>
              <a:gd name="connsiteY11" fmla="*/ 0 h 5187360"/>
              <a:gd name="connsiteX0" fmla="*/ 0 w 4170947"/>
              <a:gd name="connsiteY0" fmla="*/ 0 h 5187360"/>
              <a:gd name="connsiteX1" fmla="*/ 4161417 w 4170947"/>
              <a:gd name="connsiteY1" fmla="*/ 0 h 5187360"/>
              <a:gd name="connsiteX2" fmla="*/ 4170947 w 4170947"/>
              <a:gd name="connsiteY2" fmla="*/ 5053013 h 5187360"/>
              <a:gd name="connsiteX3" fmla="*/ 1175111 w 4170947"/>
              <a:gd name="connsiteY3" fmla="*/ 5053013 h 5187360"/>
              <a:gd name="connsiteX4" fmla="*/ 961835 w 4170947"/>
              <a:gd name="connsiteY4" fmla="*/ 5176147 h 5187360"/>
              <a:gd name="connsiteX5" fmla="*/ 941474 w 4170947"/>
              <a:gd name="connsiteY5" fmla="*/ 5184556 h 5187360"/>
              <a:gd name="connsiteX6" fmla="*/ 919987 w 4170947"/>
              <a:gd name="connsiteY6" fmla="*/ 5187360 h 5187360"/>
              <a:gd name="connsiteX7" fmla="*/ 898500 w 4170947"/>
              <a:gd name="connsiteY7" fmla="*/ 5184556 h 5187360"/>
              <a:gd name="connsiteX8" fmla="*/ 878140 w 4170947"/>
              <a:gd name="connsiteY8" fmla="*/ 5176147 h 5187360"/>
              <a:gd name="connsiteX9" fmla="*/ 664866 w 4170947"/>
              <a:gd name="connsiteY9" fmla="*/ 5053013 h 5187360"/>
              <a:gd name="connsiteX10" fmla="*/ 0 w 4170947"/>
              <a:gd name="connsiteY10" fmla="*/ 5053013 h 5187360"/>
              <a:gd name="connsiteX11" fmla="*/ 0 w 4170947"/>
              <a:gd name="connsiteY11" fmla="*/ 0 h 5187360"/>
              <a:gd name="connsiteX0" fmla="*/ 0 w 4170947"/>
              <a:gd name="connsiteY0" fmla="*/ 0 h 5187360"/>
              <a:gd name="connsiteX1" fmla="*/ 4120756 w 4170947"/>
              <a:gd name="connsiteY1" fmla="*/ 0 h 5187360"/>
              <a:gd name="connsiteX2" fmla="*/ 4170947 w 4170947"/>
              <a:gd name="connsiteY2" fmla="*/ 5053013 h 5187360"/>
              <a:gd name="connsiteX3" fmla="*/ 1175111 w 4170947"/>
              <a:gd name="connsiteY3" fmla="*/ 5053013 h 5187360"/>
              <a:gd name="connsiteX4" fmla="*/ 961835 w 4170947"/>
              <a:gd name="connsiteY4" fmla="*/ 5176147 h 5187360"/>
              <a:gd name="connsiteX5" fmla="*/ 941474 w 4170947"/>
              <a:gd name="connsiteY5" fmla="*/ 5184556 h 5187360"/>
              <a:gd name="connsiteX6" fmla="*/ 919987 w 4170947"/>
              <a:gd name="connsiteY6" fmla="*/ 5187360 h 5187360"/>
              <a:gd name="connsiteX7" fmla="*/ 898500 w 4170947"/>
              <a:gd name="connsiteY7" fmla="*/ 5184556 h 5187360"/>
              <a:gd name="connsiteX8" fmla="*/ 878140 w 4170947"/>
              <a:gd name="connsiteY8" fmla="*/ 5176147 h 5187360"/>
              <a:gd name="connsiteX9" fmla="*/ 664866 w 4170947"/>
              <a:gd name="connsiteY9" fmla="*/ 5053013 h 5187360"/>
              <a:gd name="connsiteX10" fmla="*/ 0 w 4170947"/>
              <a:gd name="connsiteY10" fmla="*/ 5053013 h 5187360"/>
              <a:gd name="connsiteX11" fmla="*/ 0 w 4170947"/>
              <a:gd name="connsiteY11" fmla="*/ 0 h 5187360"/>
              <a:gd name="connsiteX0" fmla="*/ 0 w 4121605"/>
              <a:gd name="connsiteY0" fmla="*/ 0 h 5187360"/>
              <a:gd name="connsiteX1" fmla="*/ 4120756 w 4121605"/>
              <a:gd name="connsiteY1" fmla="*/ 0 h 5187360"/>
              <a:gd name="connsiteX2" fmla="*/ 4120121 w 4121605"/>
              <a:gd name="connsiteY2" fmla="*/ 5056400 h 5187360"/>
              <a:gd name="connsiteX3" fmla="*/ 1175111 w 4121605"/>
              <a:gd name="connsiteY3" fmla="*/ 5053013 h 5187360"/>
              <a:gd name="connsiteX4" fmla="*/ 961835 w 4121605"/>
              <a:gd name="connsiteY4" fmla="*/ 5176147 h 5187360"/>
              <a:gd name="connsiteX5" fmla="*/ 941474 w 4121605"/>
              <a:gd name="connsiteY5" fmla="*/ 5184556 h 5187360"/>
              <a:gd name="connsiteX6" fmla="*/ 919987 w 4121605"/>
              <a:gd name="connsiteY6" fmla="*/ 5187360 h 5187360"/>
              <a:gd name="connsiteX7" fmla="*/ 898500 w 4121605"/>
              <a:gd name="connsiteY7" fmla="*/ 5184556 h 5187360"/>
              <a:gd name="connsiteX8" fmla="*/ 878140 w 4121605"/>
              <a:gd name="connsiteY8" fmla="*/ 5176147 h 5187360"/>
              <a:gd name="connsiteX9" fmla="*/ 664866 w 4121605"/>
              <a:gd name="connsiteY9" fmla="*/ 5053013 h 5187360"/>
              <a:gd name="connsiteX10" fmla="*/ 0 w 4121605"/>
              <a:gd name="connsiteY10" fmla="*/ 5053013 h 5187360"/>
              <a:gd name="connsiteX11" fmla="*/ 0 w 4121605"/>
              <a:gd name="connsiteY11" fmla="*/ 0 h 5187360"/>
              <a:gd name="connsiteX0" fmla="*/ 0 w 4121605"/>
              <a:gd name="connsiteY0" fmla="*/ 0 h 5187360"/>
              <a:gd name="connsiteX1" fmla="*/ 4120756 w 4121605"/>
              <a:gd name="connsiteY1" fmla="*/ 0 h 5187360"/>
              <a:gd name="connsiteX2" fmla="*/ 4120121 w 4121605"/>
              <a:gd name="connsiteY2" fmla="*/ 5053225 h 5187360"/>
              <a:gd name="connsiteX3" fmla="*/ 1175111 w 4121605"/>
              <a:gd name="connsiteY3" fmla="*/ 5053013 h 5187360"/>
              <a:gd name="connsiteX4" fmla="*/ 961835 w 4121605"/>
              <a:gd name="connsiteY4" fmla="*/ 5176147 h 5187360"/>
              <a:gd name="connsiteX5" fmla="*/ 941474 w 4121605"/>
              <a:gd name="connsiteY5" fmla="*/ 5184556 h 5187360"/>
              <a:gd name="connsiteX6" fmla="*/ 919987 w 4121605"/>
              <a:gd name="connsiteY6" fmla="*/ 5187360 h 5187360"/>
              <a:gd name="connsiteX7" fmla="*/ 898500 w 4121605"/>
              <a:gd name="connsiteY7" fmla="*/ 5184556 h 5187360"/>
              <a:gd name="connsiteX8" fmla="*/ 878140 w 4121605"/>
              <a:gd name="connsiteY8" fmla="*/ 5176147 h 5187360"/>
              <a:gd name="connsiteX9" fmla="*/ 664866 w 4121605"/>
              <a:gd name="connsiteY9" fmla="*/ 5053013 h 5187360"/>
              <a:gd name="connsiteX10" fmla="*/ 0 w 4121605"/>
              <a:gd name="connsiteY10" fmla="*/ 5053013 h 5187360"/>
              <a:gd name="connsiteX11" fmla="*/ 0 w 4121605"/>
              <a:gd name="connsiteY11" fmla="*/ 0 h 518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1605" h="5187360">
                <a:moveTo>
                  <a:pt x="0" y="0"/>
                </a:moveTo>
                <a:lnTo>
                  <a:pt x="4120756" y="0"/>
                </a:lnTo>
                <a:cubicBezTo>
                  <a:pt x="4123933" y="1684338"/>
                  <a:pt x="4116944" y="3368887"/>
                  <a:pt x="4120121" y="5053225"/>
                </a:cubicBezTo>
                <a:lnTo>
                  <a:pt x="1175111" y="5053013"/>
                </a:lnTo>
                <a:lnTo>
                  <a:pt x="961835" y="5176147"/>
                </a:lnTo>
                <a:lnTo>
                  <a:pt x="941474" y="5184556"/>
                </a:lnTo>
                <a:lnTo>
                  <a:pt x="919987" y="5187360"/>
                </a:lnTo>
                <a:lnTo>
                  <a:pt x="898500" y="5184556"/>
                </a:lnTo>
                <a:lnTo>
                  <a:pt x="878140" y="5176147"/>
                </a:lnTo>
                <a:lnTo>
                  <a:pt x="664866" y="5053013"/>
                </a:lnTo>
                <a:lnTo>
                  <a:pt x="0" y="5053013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23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Right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-39980" y="-10762"/>
            <a:ext cx="12236539" cy="6868762"/>
          </a:xfrm>
          <a:custGeom>
            <a:avLst/>
            <a:gdLst>
              <a:gd name="connsiteX0" fmla="*/ 0 w 12490450"/>
              <a:gd name="connsiteY0" fmla="*/ 10762 h 6868762"/>
              <a:gd name="connsiteX1" fmla="*/ 7977675 w 12490450"/>
              <a:gd name="connsiteY1" fmla="*/ 10762 h 6868762"/>
              <a:gd name="connsiteX2" fmla="*/ 7977675 w 12490450"/>
              <a:gd name="connsiteY2" fmla="*/ 2987143 h 6868762"/>
              <a:gd name="connsiteX3" fmla="*/ 7864713 w 12490450"/>
              <a:gd name="connsiteY3" fmla="*/ 3182801 h 6868762"/>
              <a:gd name="connsiteX4" fmla="*/ 7856303 w 12490450"/>
              <a:gd name="connsiteY4" fmla="*/ 3203162 h 6868762"/>
              <a:gd name="connsiteX5" fmla="*/ 7853500 w 12490450"/>
              <a:gd name="connsiteY5" fmla="*/ 3224649 h 6868762"/>
              <a:gd name="connsiteX6" fmla="*/ 7856303 w 12490450"/>
              <a:gd name="connsiteY6" fmla="*/ 3246136 h 6868762"/>
              <a:gd name="connsiteX7" fmla="*/ 7864713 w 12490450"/>
              <a:gd name="connsiteY7" fmla="*/ 3266496 h 6868762"/>
              <a:gd name="connsiteX8" fmla="*/ 7977675 w 12490450"/>
              <a:gd name="connsiteY8" fmla="*/ 3462152 h 6868762"/>
              <a:gd name="connsiteX9" fmla="*/ 7977675 w 12490450"/>
              <a:gd name="connsiteY9" fmla="*/ 6865781 h 6868762"/>
              <a:gd name="connsiteX10" fmla="*/ 12235176 w 12490450"/>
              <a:gd name="connsiteY10" fmla="*/ 6865781 h 6868762"/>
              <a:gd name="connsiteX11" fmla="*/ 12235176 w 12490450"/>
              <a:gd name="connsiteY11" fmla="*/ 10762 h 6868762"/>
              <a:gd name="connsiteX12" fmla="*/ 12237532 w 12490450"/>
              <a:gd name="connsiteY12" fmla="*/ 0 h 6868762"/>
              <a:gd name="connsiteX13" fmla="*/ 12490450 w 12490450"/>
              <a:gd name="connsiteY13" fmla="*/ 6868762 h 6868762"/>
              <a:gd name="connsiteX14" fmla="*/ 0 w 12490450"/>
              <a:gd name="connsiteY14" fmla="*/ 6868762 h 6868762"/>
              <a:gd name="connsiteX15" fmla="*/ 0 w 12490450"/>
              <a:gd name="connsiteY15" fmla="*/ 10762 h 6868762"/>
              <a:gd name="connsiteX0" fmla="*/ 0 w 12242914"/>
              <a:gd name="connsiteY0" fmla="*/ 10762 h 6868762"/>
              <a:gd name="connsiteX1" fmla="*/ 7977675 w 12242914"/>
              <a:gd name="connsiteY1" fmla="*/ 10762 h 6868762"/>
              <a:gd name="connsiteX2" fmla="*/ 7977675 w 12242914"/>
              <a:gd name="connsiteY2" fmla="*/ 2987143 h 6868762"/>
              <a:gd name="connsiteX3" fmla="*/ 7864713 w 12242914"/>
              <a:gd name="connsiteY3" fmla="*/ 3182801 h 6868762"/>
              <a:gd name="connsiteX4" fmla="*/ 7856303 w 12242914"/>
              <a:gd name="connsiteY4" fmla="*/ 3203162 h 6868762"/>
              <a:gd name="connsiteX5" fmla="*/ 7853500 w 12242914"/>
              <a:gd name="connsiteY5" fmla="*/ 3224649 h 6868762"/>
              <a:gd name="connsiteX6" fmla="*/ 7856303 w 12242914"/>
              <a:gd name="connsiteY6" fmla="*/ 3246136 h 6868762"/>
              <a:gd name="connsiteX7" fmla="*/ 7864713 w 12242914"/>
              <a:gd name="connsiteY7" fmla="*/ 3266496 h 6868762"/>
              <a:gd name="connsiteX8" fmla="*/ 7977675 w 12242914"/>
              <a:gd name="connsiteY8" fmla="*/ 3462152 h 6868762"/>
              <a:gd name="connsiteX9" fmla="*/ 7977675 w 12242914"/>
              <a:gd name="connsiteY9" fmla="*/ 6865781 h 6868762"/>
              <a:gd name="connsiteX10" fmla="*/ 12235176 w 12242914"/>
              <a:gd name="connsiteY10" fmla="*/ 6865781 h 6868762"/>
              <a:gd name="connsiteX11" fmla="*/ 12235176 w 12242914"/>
              <a:gd name="connsiteY11" fmla="*/ 10762 h 6868762"/>
              <a:gd name="connsiteX12" fmla="*/ 12237532 w 12242914"/>
              <a:gd name="connsiteY12" fmla="*/ 0 h 6868762"/>
              <a:gd name="connsiteX13" fmla="*/ 12242914 w 12242914"/>
              <a:gd name="connsiteY13" fmla="*/ 6868762 h 6868762"/>
              <a:gd name="connsiteX14" fmla="*/ 0 w 12242914"/>
              <a:gd name="connsiteY14" fmla="*/ 6868762 h 6868762"/>
              <a:gd name="connsiteX15" fmla="*/ 0 w 12242914"/>
              <a:gd name="connsiteY15" fmla="*/ 10762 h 686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42914" h="6868762">
                <a:moveTo>
                  <a:pt x="0" y="10762"/>
                </a:moveTo>
                <a:lnTo>
                  <a:pt x="7977675" y="10762"/>
                </a:lnTo>
                <a:lnTo>
                  <a:pt x="7977675" y="2987143"/>
                </a:lnTo>
                <a:lnTo>
                  <a:pt x="7864713" y="3182801"/>
                </a:lnTo>
                <a:lnTo>
                  <a:pt x="7856303" y="3203162"/>
                </a:lnTo>
                <a:lnTo>
                  <a:pt x="7853500" y="3224649"/>
                </a:lnTo>
                <a:lnTo>
                  <a:pt x="7856303" y="3246136"/>
                </a:lnTo>
                <a:lnTo>
                  <a:pt x="7864713" y="3266496"/>
                </a:lnTo>
                <a:lnTo>
                  <a:pt x="7977675" y="3462152"/>
                </a:lnTo>
                <a:lnTo>
                  <a:pt x="7977675" y="6865781"/>
                </a:lnTo>
                <a:lnTo>
                  <a:pt x="12235176" y="6865781"/>
                </a:lnTo>
                <a:lnTo>
                  <a:pt x="12235176" y="10762"/>
                </a:lnTo>
                <a:lnTo>
                  <a:pt x="12237532" y="0"/>
                </a:lnTo>
                <a:lnTo>
                  <a:pt x="12242914" y="6868762"/>
                </a:lnTo>
                <a:lnTo>
                  <a:pt x="0" y="6868762"/>
                </a:lnTo>
                <a:lnTo>
                  <a:pt x="0" y="10762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object 2"/>
          <p:cNvSpPr>
            <a:spLocks/>
          </p:cNvSpPr>
          <p:nvPr userDrawn="1"/>
        </p:nvSpPr>
        <p:spPr bwMode="auto">
          <a:xfrm flipH="1">
            <a:off x="7809431" y="1"/>
            <a:ext cx="4379394" cy="6855019"/>
          </a:xfrm>
          <a:custGeom>
            <a:avLst/>
            <a:gdLst/>
            <a:ahLst/>
            <a:cxnLst/>
            <a:rect l="l" t="t" r="r" b="b"/>
            <a:pathLst>
              <a:path w="4381676" h="6855019">
                <a:moveTo>
                  <a:pt x="0" y="0"/>
                </a:moveTo>
                <a:lnTo>
                  <a:pt x="4257501" y="0"/>
                </a:lnTo>
                <a:lnTo>
                  <a:pt x="4257501" y="2976381"/>
                </a:lnTo>
                <a:lnTo>
                  <a:pt x="4370463" y="3172039"/>
                </a:lnTo>
                <a:lnTo>
                  <a:pt x="4378873" y="3192400"/>
                </a:lnTo>
                <a:lnTo>
                  <a:pt x="4381676" y="3213887"/>
                </a:lnTo>
                <a:lnTo>
                  <a:pt x="4378873" y="3235374"/>
                </a:lnTo>
                <a:lnTo>
                  <a:pt x="4370463" y="3255734"/>
                </a:lnTo>
                <a:lnTo>
                  <a:pt x="4257501" y="3451390"/>
                </a:lnTo>
                <a:lnTo>
                  <a:pt x="4257501" y="6855019"/>
                </a:lnTo>
                <a:lnTo>
                  <a:pt x="0" y="685501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653478" y="5705856"/>
            <a:ext cx="1888147" cy="51206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8397182" y="2843784"/>
            <a:ext cx="3480187" cy="521208"/>
          </a:xfrm>
          <a:prstGeom prst="rect">
            <a:avLst/>
          </a:prstGeom>
        </p:spPr>
        <p:txBody>
          <a:bodyPr wrap="square" lIns="91440" tIns="45720" rIns="91440" bIns="45720" anchor="b" anchorCtr="0">
            <a:normAutofit/>
          </a:bodyPr>
          <a:lstStyle>
            <a:lvl1pPr>
              <a:defRPr sz="3000" i="0" baseline="0">
                <a:solidFill>
                  <a:srgbClr val="4255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397182" y="3456432"/>
            <a:ext cx="3480187" cy="301752"/>
          </a:xfrm>
          <a:prstGeom prst="rect">
            <a:avLst/>
          </a:prstGeom>
        </p:spPr>
        <p:txBody>
          <a:bodyPr wrap="square" lIns="91440" tIns="45720" rIns="91440" bIns="4572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800"/>
              </a:spcBef>
              <a:buNone/>
              <a:defRPr sz="1400" b="1" i="0" baseline="0">
                <a:solidFill>
                  <a:srgbClr val="425559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subtitle, author name and date</a:t>
            </a:r>
          </a:p>
        </p:txBody>
      </p:sp>
    </p:spTree>
    <p:extLst>
      <p:ext uri="{BB962C8B-B14F-4D97-AF65-F5344CB8AC3E}">
        <p14:creationId xmlns:p14="http://schemas.microsoft.com/office/powerpoint/2010/main" val="127951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2627"/>
            <a:ext cx="9966960" cy="5254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572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53CBFBD-7519-6844-B3AC-8D991A83E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55A6B97-2A9C-7D4E-81B4-DD7EF8FED5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266" y="2020824"/>
            <a:ext cx="7640380" cy="3984689"/>
          </a:xfrm>
        </p:spPr>
        <p:txBody>
          <a:bodyPr lIns="91440" rIns="9144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5000"/>
              <a:buFontTx/>
              <a:buNone/>
              <a:tabLst>
                <a:tab pos="1824038" algn="l"/>
              </a:tabLst>
              <a:defRPr sz="16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1445F3-18A2-A14D-8A89-45D4544A9DBF}"/>
              </a:ext>
            </a:extLst>
          </p:cNvPr>
          <p:cNvCxnSpPr/>
          <p:nvPr userDrawn="1"/>
        </p:nvCxnSpPr>
        <p:spPr>
          <a:xfrm flipH="1">
            <a:off x="8412668" y="2020824"/>
            <a:ext cx="7432" cy="400232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4652D8C-D522-E443-A8E9-BA8DF4191B4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769352" y="2020942"/>
            <a:ext cx="2971800" cy="40020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651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2627"/>
            <a:ext cx="9966960" cy="5254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517903"/>
            <a:ext cx="11329672" cy="4487609"/>
          </a:xfrm>
        </p:spPr>
        <p:txBody>
          <a:bodyPr lIns="91440" rIns="9144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572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53CBFBD-7519-6844-B3AC-8D991A83E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70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517903"/>
            <a:ext cx="5449824" cy="4487609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204257" y="1517903"/>
            <a:ext cx="5449824" cy="4487609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AD506D2-2447-AA48-BA07-08C6B5E07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518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Yellow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517903"/>
            <a:ext cx="5449824" cy="4487609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object 10"/>
          <p:cNvSpPr>
            <a:spLocks/>
          </p:cNvSpPr>
          <p:nvPr userDrawn="1"/>
        </p:nvSpPr>
        <p:spPr bwMode="auto">
          <a:xfrm>
            <a:off x="6089552" y="1503362"/>
            <a:ext cx="51855" cy="4489704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6359525" y="1517903"/>
            <a:ext cx="5449824" cy="4487609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DD9DF511-00BA-F74E-9B0F-8B7CADA5B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410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2020824"/>
            <a:ext cx="3438144" cy="3447288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sz="1600"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9976" y="2020824"/>
            <a:ext cx="3438144" cy="3447288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8"/>
          </p:nvPr>
        </p:nvSpPr>
        <p:spPr>
          <a:xfrm>
            <a:off x="8326660" y="2020824"/>
            <a:ext cx="3438144" cy="3447288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sz="1600"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116916" y="2024458"/>
            <a:ext cx="1" cy="344799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flipH="1">
            <a:off x="8074286" y="2024458"/>
            <a:ext cx="1" cy="344799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41EFE71-2885-C24E-AE15-11CB55A41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8876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517904"/>
            <a:ext cx="5449824" cy="416589"/>
          </a:xfrm>
        </p:spPr>
        <p:txBody>
          <a:bodyPr rIns="90000" anchor="b">
            <a:noAutofit/>
          </a:bodyPr>
          <a:lstStyle>
            <a:lvl1pPr marL="0" indent="0">
              <a:spcBef>
                <a:spcPts val="600"/>
              </a:spcBef>
              <a:buNone/>
              <a:defRPr sz="20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59525" y="1517904"/>
            <a:ext cx="5458664" cy="416589"/>
          </a:xfrm>
        </p:spPr>
        <p:txBody>
          <a:bodyPr rIns="90000" anchor="b">
            <a:noAutofit/>
          </a:bodyPr>
          <a:lstStyle>
            <a:lvl1pPr marL="0" indent="0">
              <a:spcBef>
                <a:spcPts val="600"/>
              </a:spcBef>
              <a:buNone/>
              <a:defRPr sz="20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</a:t>
            </a:r>
            <a:r>
              <a:rPr lang="en-US" noProof="0"/>
              <a:t>add</a:t>
            </a:r>
            <a:r>
              <a:rPr lang="en-US"/>
              <a:t> 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971675"/>
            <a:ext cx="5449824" cy="4035426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4"/>
          </p:nvPr>
        </p:nvSpPr>
        <p:spPr>
          <a:xfrm>
            <a:off x="6363624" y="1971675"/>
            <a:ext cx="5449824" cy="4035426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tx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tx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object 10"/>
          <p:cNvSpPr>
            <a:spLocks/>
          </p:cNvSpPr>
          <p:nvPr userDrawn="1"/>
        </p:nvSpPr>
        <p:spPr bwMode="auto">
          <a:xfrm>
            <a:off x="6088700" y="2025166"/>
            <a:ext cx="45719" cy="3821112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rgbClr val="FFC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36070A5F-53D5-4A46-A110-CB7C0E6E4B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09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4476"/>
            <a:ext cx="5449824" cy="449262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63624" y="1514476"/>
            <a:ext cx="5303520" cy="4492625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F423A33-7EC0-234C-B652-48CF0926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2727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to the left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7364" y="1514476"/>
            <a:ext cx="5449824" cy="4492624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43243" y="1514476"/>
            <a:ext cx="5303520" cy="4492625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101399A-7068-E14C-A87E-199C30F8C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399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 picture to the left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5424" y="411480"/>
            <a:ext cx="5843016" cy="5254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1902" y="1517904"/>
            <a:ext cx="7148264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57822" cy="6857999"/>
          </a:xfrm>
        </p:spPr>
        <p:txBody>
          <a:bodyPr wrap="none" tIns="45720" rtlCol="0" anchor="ctr" anchorCtr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535424" y="932688"/>
            <a:ext cx="5843016" cy="395302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6BFC2FB-8D6F-1645-833E-F256081A0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7233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and High picture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412627"/>
            <a:ext cx="7223760" cy="5254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7223760" cy="449262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8128889" y="0"/>
            <a:ext cx="4059936" cy="6858000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79" y="932688"/>
            <a:ext cx="72237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156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Fact box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7467854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228600" indent="-217488">
              <a:lnSpc>
                <a:spcPct val="100000"/>
              </a:lnSpc>
              <a:buClr>
                <a:srgbClr val="435363"/>
              </a:buClr>
              <a:buFont typeface="Arial"/>
              <a:buChar char="•"/>
              <a:defRPr sz="1600">
                <a:solidFill>
                  <a:schemeClr val="tx1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4A7FF9A-C757-F743-BC9F-9DE17F1A1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513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 box to the left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6927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rgbClr val="425563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rgbClr val="425563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rgbClr val="425563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rgbClr val="425563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rgbClr val="425563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404010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rgbClr val="425563"/>
                </a:solidFill>
              </a:defRPr>
            </a:lvl1pPr>
            <a:lvl2pPr marL="228600" indent="-217488">
              <a:lnSpc>
                <a:spcPct val="100000"/>
              </a:lnSpc>
              <a:buFont typeface="Arial"/>
              <a:buChar char="•"/>
              <a:defRPr sz="1600">
                <a:solidFill>
                  <a:srgbClr val="425563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rgbClr val="425563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C765B2C-E99A-194B-B108-1C0CF9360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21046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3401" y="1514476"/>
            <a:ext cx="11133744" cy="4491038"/>
          </a:xfrm>
        </p:spPr>
        <p:txBody>
          <a:bodyPr wrap="none" tIns="10800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FB5E6B8-E2B2-C44B-B04E-A923AA0B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3582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533400" y="970473"/>
            <a:ext cx="11133744" cy="5035040"/>
          </a:xfrm>
        </p:spPr>
        <p:txBody>
          <a:bodyPr wrap="none" tIns="10800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56E4AE9-4051-2644-805E-D65D16741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8130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Title an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04010" y="2024626"/>
            <a:ext cx="5327904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361814" y="2024626"/>
            <a:ext cx="5305329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000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11" name="object 10"/>
          <p:cNvSpPr>
            <a:spLocks/>
          </p:cNvSpPr>
          <p:nvPr userDrawn="1"/>
        </p:nvSpPr>
        <p:spPr bwMode="auto">
          <a:xfrm>
            <a:off x="6028318" y="2025166"/>
            <a:ext cx="45719" cy="3821112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rgbClr val="FFC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F665CB1-F799-F24E-9630-C66DB9560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1612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000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12636" y="2024626"/>
            <a:ext cx="5327904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361814" y="2024626"/>
            <a:ext cx="5305329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576FFF9-72A7-CA4B-98DF-A5F24CACE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2019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and Fact box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tx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7467854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228600" indent="-217488">
              <a:lnSpc>
                <a:spcPct val="100000"/>
              </a:lnSpc>
              <a:buClr>
                <a:srgbClr val="435363"/>
              </a:buClr>
              <a:buFont typeface="Arial"/>
              <a:buChar char="•"/>
              <a:defRPr sz="1600">
                <a:solidFill>
                  <a:schemeClr val="tx1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4A7FF9A-C757-F743-BC9F-9DE17F1A1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4002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White Logo Bottom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-6349" y="-6351"/>
            <a:ext cx="12199270" cy="6867525"/>
          </a:xfrm>
          <a:custGeom>
            <a:avLst/>
            <a:gdLst>
              <a:gd name="connsiteX0" fmla="*/ 1007893 w 12198355"/>
              <a:gd name="connsiteY0" fmla="*/ 6269265 h 6858000"/>
              <a:gd name="connsiteX1" fmla="*/ 1012666 w 12198355"/>
              <a:gd name="connsiteY1" fmla="*/ 6269568 h 6858000"/>
              <a:gd name="connsiteX2" fmla="*/ 1017275 w 12198355"/>
              <a:gd name="connsiteY2" fmla="*/ 6270481 h 6858000"/>
              <a:gd name="connsiteX3" fmla="*/ 1021659 w 12198355"/>
              <a:gd name="connsiteY3" fmla="*/ 6272007 h 6858000"/>
              <a:gd name="connsiteX4" fmla="*/ 1025757 w 12198355"/>
              <a:gd name="connsiteY4" fmla="*/ 6274150 h 6858000"/>
              <a:gd name="connsiteX5" fmla="*/ 1029507 w 12198355"/>
              <a:gd name="connsiteY5" fmla="*/ 6276915 h 6858000"/>
              <a:gd name="connsiteX6" fmla="*/ 1032848 w 12198355"/>
              <a:gd name="connsiteY6" fmla="*/ 6280306 h 6858000"/>
              <a:gd name="connsiteX7" fmla="*/ 1035719 w 12198355"/>
              <a:gd name="connsiteY7" fmla="*/ 6284326 h 6858000"/>
              <a:gd name="connsiteX8" fmla="*/ 1038059 w 12198355"/>
              <a:gd name="connsiteY8" fmla="*/ 6288981 h 6858000"/>
              <a:gd name="connsiteX9" fmla="*/ 1039806 w 12198355"/>
              <a:gd name="connsiteY9" fmla="*/ 6294273 h 6858000"/>
              <a:gd name="connsiteX10" fmla="*/ 1040899 w 12198355"/>
              <a:gd name="connsiteY10" fmla="*/ 6300208 h 6858000"/>
              <a:gd name="connsiteX11" fmla="*/ 1041277 w 12198355"/>
              <a:gd name="connsiteY11" fmla="*/ 6306788 h 6858000"/>
              <a:gd name="connsiteX12" fmla="*/ 1040899 w 12198355"/>
              <a:gd name="connsiteY12" fmla="*/ 6313376 h 6858000"/>
              <a:gd name="connsiteX13" fmla="*/ 1039806 w 12198355"/>
              <a:gd name="connsiteY13" fmla="*/ 6319330 h 6858000"/>
              <a:gd name="connsiteX14" fmla="*/ 1038059 w 12198355"/>
              <a:gd name="connsiteY14" fmla="*/ 6324652 h 6858000"/>
              <a:gd name="connsiteX15" fmla="*/ 1035719 w 12198355"/>
              <a:gd name="connsiteY15" fmla="*/ 6329342 h 6858000"/>
              <a:gd name="connsiteX16" fmla="*/ 1032848 w 12198355"/>
              <a:gd name="connsiteY16" fmla="*/ 6333403 h 6858000"/>
              <a:gd name="connsiteX17" fmla="*/ 1029507 w 12198355"/>
              <a:gd name="connsiteY17" fmla="*/ 6336835 h 6858000"/>
              <a:gd name="connsiteX18" fmla="*/ 1025757 w 12198355"/>
              <a:gd name="connsiteY18" fmla="*/ 6339641 h 6858000"/>
              <a:gd name="connsiteX19" fmla="*/ 1021659 w 12198355"/>
              <a:gd name="connsiteY19" fmla="*/ 6341820 h 6858000"/>
              <a:gd name="connsiteX20" fmla="*/ 1017275 w 12198355"/>
              <a:gd name="connsiteY20" fmla="*/ 6343375 h 6858000"/>
              <a:gd name="connsiteX21" fmla="*/ 1012666 w 12198355"/>
              <a:gd name="connsiteY21" fmla="*/ 6344307 h 6858000"/>
              <a:gd name="connsiteX22" fmla="*/ 1007893 w 12198355"/>
              <a:gd name="connsiteY22" fmla="*/ 6344618 h 6858000"/>
              <a:gd name="connsiteX23" fmla="*/ 1003193 w 12198355"/>
              <a:gd name="connsiteY23" fmla="*/ 6344300 h 6858000"/>
              <a:gd name="connsiteX24" fmla="*/ 998645 w 12198355"/>
              <a:gd name="connsiteY24" fmla="*/ 6343350 h 6858000"/>
              <a:gd name="connsiteX25" fmla="*/ 994309 w 12198355"/>
              <a:gd name="connsiteY25" fmla="*/ 6341771 h 6858000"/>
              <a:gd name="connsiteX26" fmla="*/ 990249 w 12198355"/>
              <a:gd name="connsiteY26" fmla="*/ 6339564 h 6858000"/>
              <a:gd name="connsiteX27" fmla="*/ 986527 w 12198355"/>
              <a:gd name="connsiteY27" fmla="*/ 6336732 h 6858000"/>
              <a:gd name="connsiteX28" fmla="*/ 983207 w 12198355"/>
              <a:gd name="connsiteY28" fmla="*/ 6333280 h 6858000"/>
              <a:gd name="connsiteX29" fmla="*/ 980349 w 12198355"/>
              <a:gd name="connsiteY29" fmla="*/ 6329208 h 6858000"/>
              <a:gd name="connsiteX30" fmla="*/ 978018 w 12198355"/>
              <a:gd name="connsiteY30" fmla="*/ 6324520 h 6858000"/>
              <a:gd name="connsiteX31" fmla="*/ 976275 w 12198355"/>
              <a:gd name="connsiteY31" fmla="*/ 6319219 h 6858000"/>
              <a:gd name="connsiteX32" fmla="*/ 975184 w 12198355"/>
              <a:gd name="connsiteY32" fmla="*/ 6313308 h 6858000"/>
              <a:gd name="connsiteX33" fmla="*/ 974806 w 12198355"/>
              <a:gd name="connsiteY33" fmla="*/ 6306788 h 6858000"/>
              <a:gd name="connsiteX34" fmla="*/ 975184 w 12198355"/>
              <a:gd name="connsiteY34" fmla="*/ 6300208 h 6858000"/>
              <a:gd name="connsiteX35" fmla="*/ 976275 w 12198355"/>
              <a:gd name="connsiteY35" fmla="*/ 6294273 h 6858000"/>
              <a:gd name="connsiteX36" fmla="*/ 978018 w 12198355"/>
              <a:gd name="connsiteY36" fmla="*/ 6288981 h 6858000"/>
              <a:gd name="connsiteX37" fmla="*/ 980349 w 12198355"/>
              <a:gd name="connsiteY37" fmla="*/ 6284326 h 6858000"/>
              <a:gd name="connsiteX38" fmla="*/ 983207 w 12198355"/>
              <a:gd name="connsiteY38" fmla="*/ 6280306 h 6858000"/>
              <a:gd name="connsiteX39" fmla="*/ 986527 w 12198355"/>
              <a:gd name="connsiteY39" fmla="*/ 6276915 h 6858000"/>
              <a:gd name="connsiteX40" fmla="*/ 990249 w 12198355"/>
              <a:gd name="connsiteY40" fmla="*/ 6274150 h 6858000"/>
              <a:gd name="connsiteX41" fmla="*/ 994309 w 12198355"/>
              <a:gd name="connsiteY41" fmla="*/ 6272007 h 6858000"/>
              <a:gd name="connsiteX42" fmla="*/ 998645 w 12198355"/>
              <a:gd name="connsiteY42" fmla="*/ 6270481 h 6858000"/>
              <a:gd name="connsiteX43" fmla="*/ 1003193 w 12198355"/>
              <a:gd name="connsiteY43" fmla="*/ 6269568 h 6858000"/>
              <a:gd name="connsiteX44" fmla="*/ 1007893 w 12198355"/>
              <a:gd name="connsiteY44" fmla="*/ 6269265 h 6858000"/>
              <a:gd name="connsiteX45" fmla="*/ 1349948 w 12198355"/>
              <a:gd name="connsiteY45" fmla="*/ 6269264 h 6858000"/>
              <a:gd name="connsiteX46" fmla="*/ 1354581 w 12198355"/>
              <a:gd name="connsiteY46" fmla="*/ 6269561 h 6858000"/>
              <a:gd name="connsiteX47" fmla="*/ 1359089 w 12198355"/>
              <a:gd name="connsiteY47" fmla="*/ 6270455 h 6858000"/>
              <a:gd name="connsiteX48" fmla="*/ 1363405 w 12198355"/>
              <a:gd name="connsiteY48" fmla="*/ 6271956 h 6858000"/>
              <a:gd name="connsiteX49" fmla="*/ 1367462 w 12198355"/>
              <a:gd name="connsiteY49" fmla="*/ 6274072 h 6858000"/>
              <a:gd name="connsiteX50" fmla="*/ 1371195 w 12198355"/>
              <a:gd name="connsiteY50" fmla="*/ 6276811 h 6858000"/>
              <a:gd name="connsiteX51" fmla="*/ 1374536 w 12198355"/>
              <a:gd name="connsiteY51" fmla="*/ 6280181 h 6858000"/>
              <a:gd name="connsiteX52" fmla="*/ 1377418 w 12198355"/>
              <a:gd name="connsiteY52" fmla="*/ 6284190 h 6858000"/>
              <a:gd name="connsiteX53" fmla="*/ 1379777 w 12198355"/>
              <a:gd name="connsiteY53" fmla="*/ 6288848 h 6858000"/>
              <a:gd name="connsiteX54" fmla="*/ 1381543 w 12198355"/>
              <a:gd name="connsiteY54" fmla="*/ 6294161 h 6858000"/>
              <a:gd name="connsiteX55" fmla="*/ 1382652 w 12198355"/>
              <a:gd name="connsiteY55" fmla="*/ 6300138 h 6858000"/>
              <a:gd name="connsiteX56" fmla="*/ 1383037 w 12198355"/>
              <a:gd name="connsiteY56" fmla="*/ 6306788 h 6858000"/>
              <a:gd name="connsiteX57" fmla="*/ 1382652 w 12198355"/>
              <a:gd name="connsiteY57" fmla="*/ 6313445 h 6858000"/>
              <a:gd name="connsiteX58" fmla="*/ 1381543 w 12198355"/>
              <a:gd name="connsiteY58" fmla="*/ 6319442 h 6858000"/>
              <a:gd name="connsiteX59" fmla="*/ 1379777 w 12198355"/>
              <a:gd name="connsiteY59" fmla="*/ 6324784 h 6858000"/>
              <a:gd name="connsiteX60" fmla="*/ 1377418 w 12198355"/>
              <a:gd name="connsiteY60" fmla="*/ 6329478 h 6858000"/>
              <a:gd name="connsiteX61" fmla="*/ 1374536 w 12198355"/>
              <a:gd name="connsiteY61" fmla="*/ 6333527 h 6858000"/>
              <a:gd name="connsiteX62" fmla="*/ 1371195 w 12198355"/>
              <a:gd name="connsiteY62" fmla="*/ 6336939 h 6858000"/>
              <a:gd name="connsiteX63" fmla="*/ 1367462 w 12198355"/>
              <a:gd name="connsiteY63" fmla="*/ 6339718 h 6858000"/>
              <a:gd name="connsiteX64" fmla="*/ 1363405 w 12198355"/>
              <a:gd name="connsiteY64" fmla="*/ 6341869 h 6858000"/>
              <a:gd name="connsiteX65" fmla="*/ 1359089 w 12198355"/>
              <a:gd name="connsiteY65" fmla="*/ 6343400 h 6858000"/>
              <a:gd name="connsiteX66" fmla="*/ 1354581 w 12198355"/>
              <a:gd name="connsiteY66" fmla="*/ 6344314 h 6858000"/>
              <a:gd name="connsiteX67" fmla="*/ 1349948 w 12198355"/>
              <a:gd name="connsiteY67" fmla="*/ 6344617 h 6858000"/>
              <a:gd name="connsiteX68" fmla="*/ 1345382 w 12198355"/>
              <a:gd name="connsiteY68" fmla="*/ 6344307 h 6858000"/>
              <a:gd name="connsiteX69" fmla="*/ 1340916 w 12198355"/>
              <a:gd name="connsiteY69" fmla="*/ 6343375 h 6858000"/>
              <a:gd name="connsiteX70" fmla="*/ 1336620 w 12198355"/>
              <a:gd name="connsiteY70" fmla="*/ 6341820 h 6858000"/>
              <a:gd name="connsiteX71" fmla="*/ 1332565 w 12198355"/>
              <a:gd name="connsiteY71" fmla="*/ 6339640 h 6858000"/>
              <a:gd name="connsiteX72" fmla="*/ 1328822 w 12198355"/>
              <a:gd name="connsiteY72" fmla="*/ 6336835 h 6858000"/>
              <a:gd name="connsiteX73" fmla="*/ 1325461 w 12198355"/>
              <a:gd name="connsiteY73" fmla="*/ 6333403 h 6858000"/>
              <a:gd name="connsiteX74" fmla="*/ 1322553 w 12198355"/>
              <a:gd name="connsiteY74" fmla="*/ 6329343 h 6858000"/>
              <a:gd name="connsiteX75" fmla="*/ 1320168 w 12198355"/>
              <a:gd name="connsiteY75" fmla="*/ 6324652 h 6858000"/>
              <a:gd name="connsiteX76" fmla="*/ 1318378 w 12198355"/>
              <a:gd name="connsiteY76" fmla="*/ 6319330 h 6858000"/>
              <a:gd name="connsiteX77" fmla="*/ 1317251 w 12198355"/>
              <a:gd name="connsiteY77" fmla="*/ 6313376 h 6858000"/>
              <a:gd name="connsiteX78" fmla="*/ 1316860 w 12198355"/>
              <a:gd name="connsiteY78" fmla="*/ 6306788 h 6858000"/>
              <a:gd name="connsiteX79" fmla="*/ 1317251 w 12198355"/>
              <a:gd name="connsiteY79" fmla="*/ 6300138 h 6858000"/>
              <a:gd name="connsiteX80" fmla="*/ 1318378 w 12198355"/>
              <a:gd name="connsiteY80" fmla="*/ 6294161 h 6858000"/>
              <a:gd name="connsiteX81" fmla="*/ 1320168 w 12198355"/>
              <a:gd name="connsiteY81" fmla="*/ 6288848 h 6858000"/>
              <a:gd name="connsiteX82" fmla="*/ 1322553 w 12198355"/>
              <a:gd name="connsiteY82" fmla="*/ 6284190 h 6858000"/>
              <a:gd name="connsiteX83" fmla="*/ 1325461 w 12198355"/>
              <a:gd name="connsiteY83" fmla="*/ 6280181 h 6858000"/>
              <a:gd name="connsiteX84" fmla="*/ 1328822 w 12198355"/>
              <a:gd name="connsiteY84" fmla="*/ 6276811 h 6858000"/>
              <a:gd name="connsiteX85" fmla="*/ 1332565 w 12198355"/>
              <a:gd name="connsiteY85" fmla="*/ 6274072 h 6858000"/>
              <a:gd name="connsiteX86" fmla="*/ 1336620 w 12198355"/>
              <a:gd name="connsiteY86" fmla="*/ 6271956 h 6858000"/>
              <a:gd name="connsiteX87" fmla="*/ 1340916 w 12198355"/>
              <a:gd name="connsiteY87" fmla="*/ 6270455 h 6858000"/>
              <a:gd name="connsiteX88" fmla="*/ 1345382 w 12198355"/>
              <a:gd name="connsiteY88" fmla="*/ 6269561 h 6858000"/>
              <a:gd name="connsiteX89" fmla="*/ 1349948 w 12198355"/>
              <a:gd name="connsiteY89" fmla="*/ 6269264 h 6858000"/>
              <a:gd name="connsiteX90" fmla="*/ 1106434 w 12198355"/>
              <a:gd name="connsiteY90" fmla="*/ 6231132 h 6858000"/>
              <a:gd name="connsiteX91" fmla="*/ 1104886 w 12198355"/>
              <a:gd name="connsiteY91" fmla="*/ 6231455 h 6858000"/>
              <a:gd name="connsiteX92" fmla="*/ 1103622 w 12198355"/>
              <a:gd name="connsiteY92" fmla="*/ 6232335 h 6858000"/>
              <a:gd name="connsiteX93" fmla="*/ 1102769 w 12198355"/>
              <a:gd name="connsiteY93" fmla="*/ 6233641 h 6858000"/>
              <a:gd name="connsiteX94" fmla="*/ 1102457 w 12198355"/>
              <a:gd name="connsiteY94" fmla="*/ 6235239 h 6858000"/>
              <a:gd name="connsiteX95" fmla="*/ 1102457 w 12198355"/>
              <a:gd name="connsiteY95" fmla="*/ 6378643 h 6858000"/>
              <a:gd name="connsiteX96" fmla="*/ 1102769 w 12198355"/>
              <a:gd name="connsiteY96" fmla="*/ 6380242 h 6858000"/>
              <a:gd name="connsiteX97" fmla="*/ 1103622 w 12198355"/>
              <a:gd name="connsiteY97" fmla="*/ 6381547 h 6858000"/>
              <a:gd name="connsiteX98" fmla="*/ 1104886 w 12198355"/>
              <a:gd name="connsiteY98" fmla="*/ 6382427 h 6858000"/>
              <a:gd name="connsiteX99" fmla="*/ 1106434 w 12198355"/>
              <a:gd name="connsiteY99" fmla="*/ 6382750 h 6858000"/>
              <a:gd name="connsiteX100" fmla="*/ 1143384 w 12198355"/>
              <a:gd name="connsiteY100" fmla="*/ 6382750 h 6858000"/>
              <a:gd name="connsiteX101" fmla="*/ 1144932 w 12198355"/>
              <a:gd name="connsiteY101" fmla="*/ 6382427 h 6858000"/>
              <a:gd name="connsiteX102" fmla="*/ 1146197 w 12198355"/>
              <a:gd name="connsiteY102" fmla="*/ 6381547 h 6858000"/>
              <a:gd name="connsiteX103" fmla="*/ 1147050 w 12198355"/>
              <a:gd name="connsiteY103" fmla="*/ 6380242 h 6858000"/>
              <a:gd name="connsiteX104" fmla="*/ 1147362 w 12198355"/>
              <a:gd name="connsiteY104" fmla="*/ 6378643 h 6858000"/>
              <a:gd name="connsiteX105" fmla="*/ 1147362 w 12198355"/>
              <a:gd name="connsiteY105" fmla="*/ 6235239 h 6858000"/>
              <a:gd name="connsiteX106" fmla="*/ 1147050 w 12198355"/>
              <a:gd name="connsiteY106" fmla="*/ 6233641 h 6858000"/>
              <a:gd name="connsiteX107" fmla="*/ 1146197 w 12198355"/>
              <a:gd name="connsiteY107" fmla="*/ 6232335 h 6858000"/>
              <a:gd name="connsiteX108" fmla="*/ 1144932 w 12198355"/>
              <a:gd name="connsiteY108" fmla="*/ 6231455 h 6858000"/>
              <a:gd name="connsiteX109" fmla="*/ 1143384 w 12198355"/>
              <a:gd name="connsiteY109" fmla="*/ 6231132 h 6858000"/>
              <a:gd name="connsiteX110" fmla="*/ 1106434 w 12198355"/>
              <a:gd name="connsiteY110" fmla="*/ 6231132 h 6858000"/>
              <a:gd name="connsiteX111" fmla="*/ 1254739 w 12198355"/>
              <a:gd name="connsiteY111" fmla="*/ 6229607 h 6858000"/>
              <a:gd name="connsiteX112" fmla="*/ 1250024 w 12198355"/>
              <a:gd name="connsiteY112" fmla="*/ 6229850 h 6858000"/>
              <a:gd name="connsiteX113" fmla="*/ 1244879 w 12198355"/>
              <a:gd name="connsiteY113" fmla="*/ 6230637 h 6858000"/>
              <a:gd name="connsiteX114" fmla="*/ 1239513 w 12198355"/>
              <a:gd name="connsiteY114" fmla="*/ 6232052 h 6858000"/>
              <a:gd name="connsiteX115" fmla="*/ 1234133 w 12198355"/>
              <a:gd name="connsiteY115" fmla="*/ 6234183 h 6858000"/>
              <a:gd name="connsiteX116" fmla="*/ 1228947 w 12198355"/>
              <a:gd name="connsiteY116" fmla="*/ 6237114 h 6858000"/>
              <a:gd name="connsiteX117" fmla="*/ 1224162 w 12198355"/>
              <a:gd name="connsiteY117" fmla="*/ 6240933 h 6858000"/>
              <a:gd name="connsiteX118" fmla="*/ 1219987 w 12198355"/>
              <a:gd name="connsiteY118" fmla="*/ 6245723 h 6858000"/>
              <a:gd name="connsiteX119" fmla="*/ 1216628 w 12198355"/>
              <a:gd name="connsiteY119" fmla="*/ 6251572 h 6858000"/>
              <a:gd name="connsiteX120" fmla="*/ 1216628 w 12198355"/>
              <a:gd name="connsiteY120" fmla="*/ 6235238 h 6858000"/>
              <a:gd name="connsiteX121" fmla="*/ 1216316 w 12198355"/>
              <a:gd name="connsiteY121" fmla="*/ 6233640 h 6858000"/>
              <a:gd name="connsiteX122" fmla="*/ 1215463 w 12198355"/>
              <a:gd name="connsiteY122" fmla="*/ 6232335 h 6858000"/>
              <a:gd name="connsiteX123" fmla="*/ 1214199 w 12198355"/>
              <a:gd name="connsiteY123" fmla="*/ 6231454 h 6858000"/>
              <a:gd name="connsiteX124" fmla="*/ 1212650 w 12198355"/>
              <a:gd name="connsiteY124" fmla="*/ 6231132 h 6858000"/>
              <a:gd name="connsiteX125" fmla="*/ 1177178 w 12198355"/>
              <a:gd name="connsiteY125" fmla="*/ 6231132 h 6858000"/>
              <a:gd name="connsiteX126" fmla="*/ 1175630 w 12198355"/>
              <a:gd name="connsiteY126" fmla="*/ 6231454 h 6858000"/>
              <a:gd name="connsiteX127" fmla="*/ 1174366 w 12198355"/>
              <a:gd name="connsiteY127" fmla="*/ 6232335 h 6858000"/>
              <a:gd name="connsiteX128" fmla="*/ 1173513 w 12198355"/>
              <a:gd name="connsiteY128" fmla="*/ 6233640 h 6858000"/>
              <a:gd name="connsiteX129" fmla="*/ 1173201 w 12198355"/>
              <a:gd name="connsiteY129" fmla="*/ 6235238 h 6858000"/>
              <a:gd name="connsiteX130" fmla="*/ 1173201 w 12198355"/>
              <a:gd name="connsiteY130" fmla="*/ 6378642 h 6858000"/>
              <a:gd name="connsiteX131" fmla="*/ 1173513 w 12198355"/>
              <a:gd name="connsiteY131" fmla="*/ 6380242 h 6858000"/>
              <a:gd name="connsiteX132" fmla="*/ 1174366 w 12198355"/>
              <a:gd name="connsiteY132" fmla="*/ 6381548 h 6858000"/>
              <a:gd name="connsiteX133" fmla="*/ 1175630 w 12198355"/>
              <a:gd name="connsiteY133" fmla="*/ 6382428 h 6858000"/>
              <a:gd name="connsiteX134" fmla="*/ 1177178 w 12198355"/>
              <a:gd name="connsiteY134" fmla="*/ 6382751 h 6858000"/>
              <a:gd name="connsiteX135" fmla="*/ 1214127 w 12198355"/>
              <a:gd name="connsiteY135" fmla="*/ 6382751 h 6858000"/>
              <a:gd name="connsiteX136" fmla="*/ 1215676 w 12198355"/>
              <a:gd name="connsiteY136" fmla="*/ 6382428 h 6858000"/>
              <a:gd name="connsiteX137" fmla="*/ 1216940 w 12198355"/>
              <a:gd name="connsiteY137" fmla="*/ 6381548 h 6858000"/>
              <a:gd name="connsiteX138" fmla="*/ 1217792 w 12198355"/>
              <a:gd name="connsiteY138" fmla="*/ 6380242 h 6858000"/>
              <a:gd name="connsiteX139" fmla="*/ 1218105 w 12198355"/>
              <a:gd name="connsiteY139" fmla="*/ 6378642 h 6858000"/>
              <a:gd name="connsiteX140" fmla="*/ 1218105 w 12198355"/>
              <a:gd name="connsiteY140" fmla="*/ 6316549 h 6858000"/>
              <a:gd name="connsiteX141" fmla="*/ 1218497 w 12198355"/>
              <a:gd name="connsiteY141" fmla="*/ 6308781 h 6858000"/>
              <a:gd name="connsiteX142" fmla="*/ 1219630 w 12198355"/>
              <a:gd name="connsiteY142" fmla="*/ 6301926 h 6858000"/>
              <a:gd name="connsiteX143" fmla="*/ 1221437 w 12198355"/>
              <a:gd name="connsiteY143" fmla="*/ 6295946 h 6858000"/>
              <a:gd name="connsiteX144" fmla="*/ 1223855 w 12198355"/>
              <a:gd name="connsiteY144" fmla="*/ 6290807 h 6858000"/>
              <a:gd name="connsiteX145" fmla="*/ 1226817 w 12198355"/>
              <a:gd name="connsiteY145" fmla="*/ 6286470 h 6858000"/>
              <a:gd name="connsiteX146" fmla="*/ 1230259 w 12198355"/>
              <a:gd name="connsiteY146" fmla="*/ 6282901 h 6858000"/>
              <a:gd name="connsiteX147" fmla="*/ 1234115 w 12198355"/>
              <a:gd name="connsiteY147" fmla="*/ 6280062 h 6858000"/>
              <a:gd name="connsiteX148" fmla="*/ 1238320 w 12198355"/>
              <a:gd name="connsiteY148" fmla="*/ 6277917 h 6858000"/>
              <a:gd name="connsiteX149" fmla="*/ 1242809 w 12198355"/>
              <a:gd name="connsiteY149" fmla="*/ 6276430 h 6858000"/>
              <a:gd name="connsiteX150" fmla="*/ 1247516 w 12198355"/>
              <a:gd name="connsiteY150" fmla="*/ 6275565 h 6858000"/>
              <a:gd name="connsiteX151" fmla="*/ 1252376 w 12198355"/>
              <a:gd name="connsiteY151" fmla="*/ 6275284 h 6858000"/>
              <a:gd name="connsiteX152" fmla="*/ 1254599 w 12198355"/>
              <a:gd name="connsiteY152" fmla="*/ 6275312 h 6858000"/>
              <a:gd name="connsiteX153" fmla="*/ 1256730 w 12198355"/>
              <a:gd name="connsiteY153" fmla="*/ 6275402 h 6858000"/>
              <a:gd name="connsiteX154" fmla="*/ 1258821 w 12198355"/>
              <a:gd name="connsiteY154" fmla="*/ 6275565 h 6858000"/>
              <a:gd name="connsiteX155" fmla="*/ 1260894 w 12198355"/>
              <a:gd name="connsiteY155" fmla="*/ 6275809 h 6858000"/>
              <a:gd name="connsiteX156" fmla="*/ 1262471 w 12198355"/>
              <a:gd name="connsiteY156" fmla="*/ 6275713 h 6858000"/>
              <a:gd name="connsiteX157" fmla="*/ 1263347 w 12198355"/>
              <a:gd name="connsiteY157" fmla="*/ 6275284 h 6858000"/>
              <a:gd name="connsiteX158" fmla="*/ 1263848 w 12198355"/>
              <a:gd name="connsiteY158" fmla="*/ 6275039 h 6858000"/>
              <a:gd name="connsiteX159" fmla="*/ 1264877 w 12198355"/>
              <a:gd name="connsiteY159" fmla="*/ 6273889 h 6858000"/>
              <a:gd name="connsiteX160" fmla="*/ 1265415 w 12198355"/>
              <a:gd name="connsiteY160" fmla="*/ 6272363 h 6858000"/>
              <a:gd name="connsiteX161" fmla="*/ 1268444 w 12198355"/>
              <a:gd name="connsiteY161" fmla="*/ 6251572 h 6858000"/>
              <a:gd name="connsiteX162" fmla="*/ 1270750 w 12198355"/>
              <a:gd name="connsiteY162" fmla="*/ 6235738 h 6858000"/>
              <a:gd name="connsiteX163" fmla="*/ 1270687 w 12198355"/>
              <a:gd name="connsiteY163" fmla="*/ 6234167 h 6858000"/>
              <a:gd name="connsiteX164" fmla="*/ 1264312 w 12198355"/>
              <a:gd name="connsiteY164" fmla="*/ 6230481 h 6858000"/>
              <a:gd name="connsiteX165" fmla="*/ 1257574 w 12198355"/>
              <a:gd name="connsiteY165" fmla="*/ 6229712 h 6858000"/>
              <a:gd name="connsiteX166" fmla="*/ 1254739 w 12198355"/>
              <a:gd name="connsiteY166" fmla="*/ 6229607 h 6858000"/>
              <a:gd name="connsiteX167" fmla="*/ 1017052 w 12198355"/>
              <a:gd name="connsiteY167" fmla="*/ 6227471 h 6858000"/>
              <a:gd name="connsiteX168" fmla="*/ 1010253 w 12198355"/>
              <a:gd name="connsiteY168" fmla="*/ 6227809 h 6858000"/>
              <a:gd name="connsiteX169" fmla="*/ 1003864 w 12198355"/>
              <a:gd name="connsiteY169" fmla="*/ 6228772 h 6858000"/>
              <a:gd name="connsiteX170" fmla="*/ 997926 w 12198355"/>
              <a:gd name="connsiteY170" fmla="*/ 6230284 h 6858000"/>
              <a:gd name="connsiteX171" fmla="*/ 992476 w 12198355"/>
              <a:gd name="connsiteY171" fmla="*/ 6232272 h 6858000"/>
              <a:gd name="connsiteX172" fmla="*/ 987553 w 12198355"/>
              <a:gd name="connsiteY172" fmla="*/ 6234658 h 6858000"/>
              <a:gd name="connsiteX173" fmla="*/ 983198 w 12198355"/>
              <a:gd name="connsiteY173" fmla="*/ 6237369 h 6858000"/>
              <a:gd name="connsiteX174" fmla="*/ 979447 w 12198355"/>
              <a:gd name="connsiteY174" fmla="*/ 6240328 h 6858000"/>
              <a:gd name="connsiteX175" fmla="*/ 973919 w 12198355"/>
              <a:gd name="connsiteY175" fmla="*/ 6246690 h 6858000"/>
              <a:gd name="connsiteX176" fmla="*/ 973919 w 12198355"/>
              <a:gd name="connsiteY176" fmla="*/ 6235238 h 6858000"/>
              <a:gd name="connsiteX177" fmla="*/ 973606 w 12198355"/>
              <a:gd name="connsiteY177" fmla="*/ 6233640 h 6858000"/>
              <a:gd name="connsiteX178" fmla="*/ 972754 w 12198355"/>
              <a:gd name="connsiteY178" fmla="*/ 6232335 h 6858000"/>
              <a:gd name="connsiteX179" fmla="*/ 971489 w 12198355"/>
              <a:gd name="connsiteY179" fmla="*/ 6231454 h 6858000"/>
              <a:gd name="connsiteX180" fmla="*/ 969940 w 12198355"/>
              <a:gd name="connsiteY180" fmla="*/ 6231132 h 6858000"/>
              <a:gd name="connsiteX181" fmla="*/ 934469 w 12198355"/>
              <a:gd name="connsiteY181" fmla="*/ 6231132 h 6858000"/>
              <a:gd name="connsiteX182" fmla="*/ 932920 w 12198355"/>
              <a:gd name="connsiteY182" fmla="*/ 6231454 h 6858000"/>
              <a:gd name="connsiteX183" fmla="*/ 931655 w 12198355"/>
              <a:gd name="connsiteY183" fmla="*/ 6232335 h 6858000"/>
              <a:gd name="connsiteX184" fmla="*/ 930803 w 12198355"/>
              <a:gd name="connsiteY184" fmla="*/ 6233640 h 6858000"/>
              <a:gd name="connsiteX185" fmla="*/ 930490 w 12198355"/>
              <a:gd name="connsiteY185" fmla="*/ 6235238 h 6858000"/>
              <a:gd name="connsiteX186" fmla="*/ 930490 w 12198355"/>
              <a:gd name="connsiteY186" fmla="*/ 6436605 h 6858000"/>
              <a:gd name="connsiteX187" fmla="*/ 930803 w 12198355"/>
              <a:gd name="connsiteY187" fmla="*/ 6438204 h 6858000"/>
              <a:gd name="connsiteX188" fmla="*/ 931655 w 12198355"/>
              <a:gd name="connsiteY188" fmla="*/ 6439509 h 6858000"/>
              <a:gd name="connsiteX189" fmla="*/ 932920 w 12198355"/>
              <a:gd name="connsiteY189" fmla="*/ 6440389 h 6858000"/>
              <a:gd name="connsiteX190" fmla="*/ 934469 w 12198355"/>
              <a:gd name="connsiteY190" fmla="*/ 6440712 h 6858000"/>
              <a:gd name="connsiteX191" fmla="*/ 971418 w 12198355"/>
              <a:gd name="connsiteY191" fmla="*/ 6440712 h 6858000"/>
              <a:gd name="connsiteX192" fmla="*/ 972966 w 12198355"/>
              <a:gd name="connsiteY192" fmla="*/ 6440389 h 6858000"/>
              <a:gd name="connsiteX193" fmla="*/ 974230 w 12198355"/>
              <a:gd name="connsiteY193" fmla="*/ 6439509 h 6858000"/>
              <a:gd name="connsiteX194" fmla="*/ 975083 w 12198355"/>
              <a:gd name="connsiteY194" fmla="*/ 6438204 h 6858000"/>
              <a:gd name="connsiteX195" fmla="*/ 975395 w 12198355"/>
              <a:gd name="connsiteY195" fmla="*/ 6436605 h 6858000"/>
              <a:gd name="connsiteX196" fmla="*/ 975395 w 12198355"/>
              <a:gd name="connsiteY196" fmla="*/ 6370853 h 6858000"/>
              <a:gd name="connsiteX197" fmla="*/ 978285 w 12198355"/>
              <a:gd name="connsiteY197" fmla="*/ 6373960 h 6858000"/>
              <a:gd name="connsiteX198" fmla="*/ 981835 w 12198355"/>
              <a:gd name="connsiteY198" fmla="*/ 6376839 h 6858000"/>
              <a:gd name="connsiteX199" fmla="*/ 986016 w 12198355"/>
              <a:gd name="connsiteY199" fmla="*/ 6379433 h 6858000"/>
              <a:gd name="connsiteX200" fmla="*/ 990795 w 12198355"/>
              <a:gd name="connsiteY200" fmla="*/ 6381683 h 6858000"/>
              <a:gd name="connsiteX201" fmla="*/ 996142 w 12198355"/>
              <a:gd name="connsiteY201" fmla="*/ 6383532 h 6858000"/>
              <a:gd name="connsiteX202" fmla="*/ 1002026 w 12198355"/>
              <a:gd name="connsiteY202" fmla="*/ 6384925 h 6858000"/>
              <a:gd name="connsiteX203" fmla="*/ 1008415 w 12198355"/>
              <a:gd name="connsiteY203" fmla="*/ 6385802 h 6858000"/>
              <a:gd name="connsiteX204" fmla="*/ 1015278 w 12198355"/>
              <a:gd name="connsiteY204" fmla="*/ 6386107 h 6858000"/>
              <a:gd name="connsiteX205" fmla="*/ 1020801 w 12198355"/>
              <a:gd name="connsiteY205" fmla="*/ 6385903 h 6858000"/>
              <a:gd name="connsiteX206" fmla="*/ 1026165 w 12198355"/>
              <a:gd name="connsiteY206" fmla="*/ 6385298 h 6858000"/>
              <a:gd name="connsiteX207" fmla="*/ 1031359 w 12198355"/>
              <a:gd name="connsiteY207" fmla="*/ 6384303 h 6858000"/>
              <a:gd name="connsiteX208" fmla="*/ 1036375 w 12198355"/>
              <a:gd name="connsiteY208" fmla="*/ 6382930 h 6858000"/>
              <a:gd name="connsiteX209" fmla="*/ 1041203 w 12198355"/>
              <a:gd name="connsiteY209" fmla="*/ 6381190 h 6858000"/>
              <a:gd name="connsiteX210" fmla="*/ 1045833 w 12198355"/>
              <a:gd name="connsiteY210" fmla="*/ 6379095 h 6858000"/>
              <a:gd name="connsiteX211" fmla="*/ 1050256 w 12198355"/>
              <a:gd name="connsiteY211" fmla="*/ 6376656 h 6858000"/>
              <a:gd name="connsiteX212" fmla="*/ 1054462 w 12198355"/>
              <a:gd name="connsiteY212" fmla="*/ 6373884 h 6858000"/>
              <a:gd name="connsiteX213" fmla="*/ 1058363 w 12198355"/>
              <a:gd name="connsiteY213" fmla="*/ 6370853 h 6858000"/>
              <a:gd name="connsiteX214" fmla="*/ 1062187 w 12198355"/>
              <a:gd name="connsiteY214" fmla="*/ 6367387 h 6858000"/>
              <a:gd name="connsiteX215" fmla="*/ 1065687 w 12198355"/>
              <a:gd name="connsiteY215" fmla="*/ 6363684 h 6858000"/>
              <a:gd name="connsiteX216" fmla="*/ 1068932 w 12198355"/>
              <a:gd name="connsiteY216" fmla="*/ 6359694 h 6858000"/>
              <a:gd name="connsiteX217" fmla="*/ 1071913 w 12198355"/>
              <a:gd name="connsiteY217" fmla="*/ 6355428 h 6858000"/>
              <a:gd name="connsiteX218" fmla="*/ 1074621 w 12198355"/>
              <a:gd name="connsiteY218" fmla="*/ 6350898 h 6858000"/>
              <a:gd name="connsiteX219" fmla="*/ 1077046 w 12198355"/>
              <a:gd name="connsiteY219" fmla="*/ 6346114 h 6858000"/>
              <a:gd name="connsiteX220" fmla="*/ 1077680 w 12198355"/>
              <a:gd name="connsiteY220" fmla="*/ 6344618 h 6858000"/>
              <a:gd name="connsiteX221" fmla="*/ 1081008 w 12198355"/>
              <a:gd name="connsiteY221" fmla="*/ 6335831 h 6858000"/>
              <a:gd name="connsiteX222" fmla="*/ 1082527 w 12198355"/>
              <a:gd name="connsiteY222" fmla="*/ 6330355 h 6858000"/>
              <a:gd name="connsiteX223" fmla="*/ 1083727 w 12198355"/>
              <a:gd name="connsiteY223" fmla="*/ 6324652 h 6858000"/>
              <a:gd name="connsiteX224" fmla="*/ 1084591 w 12198355"/>
              <a:gd name="connsiteY224" fmla="*/ 6318790 h 6858000"/>
              <a:gd name="connsiteX225" fmla="*/ 1085119 w 12198355"/>
              <a:gd name="connsiteY225" fmla="*/ 6312724 h 6858000"/>
              <a:gd name="connsiteX226" fmla="*/ 1085297 w 12198355"/>
              <a:gd name="connsiteY226" fmla="*/ 6306484 h 6858000"/>
              <a:gd name="connsiteX227" fmla="*/ 1085138 w 12198355"/>
              <a:gd name="connsiteY227" fmla="*/ 6300361 h 6858000"/>
              <a:gd name="connsiteX228" fmla="*/ 1084666 w 12198355"/>
              <a:gd name="connsiteY228" fmla="*/ 6294398 h 6858000"/>
              <a:gd name="connsiteX229" fmla="*/ 1083885 w 12198355"/>
              <a:gd name="connsiteY229" fmla="*/ 6288607 h 6858000"/>
              <a:gd name="connsiteX230" fmla="*/ 1082801 w 12198355"/>
              <a:gd name="connsiteY230" fmla="*/ 6283000 h 6858000"/>
              <a:gd name="connsiteX231" fmla="*/ 1081418 w 12198355"/>
              <a:gd name="connsiteY231" fmla="*/ 6277590 h 6858000"/>
              <a:gd name="connsiteX232" fmla="*/ 1079741 w 12198355"/>
              <a:gd name="connsiteY232" fmla="*/ 6272388 h 6858000"/>
              <a:gd name="connsiteX233" fmla="*/ 1078509 w 12198355"/>
              <a:gd name="connsiteY233" fmla="*/ 6269265 h 6858000"/>
              <a:gd name="connsiteX234" fmla="*/ 1077776 w 12198355"/>
              <a:gd name="connsiteY234" fmla="*/ 6267406 h 6858000"/>
              <a:gd name="connsiteX235" fmla="*/ 1075527 w 12198355"/>
              <a:gd name="connsiteY235" fmla="*/ 6262658 h 6858000"/>
              <a:gd name="connsiteX236" fmla="*/ 1072999 w 12198355"/>
              <a:gd name="connsiteY236" fmla="*/ 6258154 h 6858000"/>
              <a:gd name="connsiteX237" fmla="*/ 1070198 w 12198355"/>
              <a:gd name="connsiteY237" fmla="*/ 6253908 h 6858000"/>
              <a:gd name="connsiteX238" fmla="*/ 1067128 w 12198355"/>
              <a:gd name="connsiteY238" fmla="*/ 6249932 h 6858000"/>
              <a:gd name="connsiteX239" fmla="*/ 1064203 w 12198355"/>
              <a:gd name="connsiteY239" fmla="*/ 6246690 h 6858000"/>
              <a:gd name="connsiteX240" fmla="*/ 1060201 w 12198355"/>
              <a:gd name="connsiteY240" fmla="*/ 6242836 h 6858000"/>
              <a:gd name="connsiteX241" fmla="*/ 1056355 w 12198355"/>
              <a:gd name="connsiteY241" fmla="*/ 6239742 h 6858000"/>
              <a:gd name="connsiteX242" fmla="*/ 1052260 w 12198355"/>
              <a:gd name="connsiteY242" fmla="*/ 6236966 h 6858000"/>
              <a:gd name="connsiteX243" fmla="*/ 1047922 w 12198355"/>
              <a:gd name="connsiteY243" fmla="*/ 6234520 h 6858000"/>
              <a:gd name="connsiteX244" fmla="*/ 1043344 w 12198355"/>
              <a:gd name="connsiteY244" fmla="*/ 6232417 h 6858000"/>
              <a:gd name="connsiteX245" fmla="*/ 1038533 w 12198355"/>
              <a:gd name="connsiteY245" fmla="*/ 6230669 h 6858000"/>
              <a:gd name="connsiteX246" fmla="*/ 1033494 w 12198355"/>
              <a:gd name="connsiteY246" fmla="*/ 6229288 h 6858000"/>
              <a:gd name="connsiteX247" fmla="*/ 1028230 w 12198355"/>
              <a:gd name="connsiteY247" fmla="*/ 6228287 h 6858000"/>
              <a:gd name="connsiteX248" fmla="*/ 1022748 w 12198355"/>
              <a:gd name="connsiteY248" fmla="*/ 6227677 h 6858000"/>
              <a:gd name="connsiteX249" fmla="*/ 1017052 w 12198355"/>
              <a:gd name="connsiteY249" fmla="*/ 6227471 h 6858000"/>
              <a:gd name="connsiteX250" fmla="*/ 1518121 w 12198355"/>
              <a:gd name="connsiteY250" fmla="*/ 6226556 h 6858000"/>
              <a:gd name="connsiteX251" fmla="*/ 1512547 w 12198355"/>
              <a:gd name="connsiteY251" fmla="*/ 6226743 h 6858000"/>
              <a:gd name="connsiteX252" fmla="*/ 1507086 w 12198355"/>
              <a:gd name="connsiteY252" fmla="*/ 6227298 h 6858000"/>
              <a:gd name="connsiteX253" fmla="*/ 1501751 w 12198355"/>
              <a:gd name="connsiteY253" fmla="*/ 6228211 h 6858000"/>
              <a:gd name="connsiteX254" fmla="*/ 1496554 w 12198355"/>
              <a:gd name="connsiteY254" fmla="*/ 6229472 h 6858000"/>
              <a:gd name="connsiteX255" fmla="*/ 1491508 w 12198355"/>
              <a:gd name="connsiteY255" fmla="*/ 6231073 h 6858000"/>
              <a:gd name="connsiteX256" fmla="*/ 1486625 w 12198355"/>
              <a:gd name="connsiteY256" fmla="*/ 6233004 h 6858000"/>
              <a:gd name="connsiteX257" fmla="*/ 1481918 w 12198355"/>
              <a:gd name="connsiteY257" fmla="*/ 6235254 h 6858000"/>
              <a:gd name="connsiteX258" fmla="*/ 1477398 w 12198355"/>
              <a:gd name="connsiteY258" fmla="*/ 6237816 h 6858000"/>
              <a:gd name="connsiteX259" fmla="*/ 1473080 w 12198355"/>
              <a:gd name="connsiteY259" fmla="*/ 6240679 h 6858000"/>
              <a:gd name="connsiteX260" fmla="*/ 1468975 w 12198355"/>
              <a:gd name="connsiteY260" fmla="*/ 6243834 h 6858000"/>
              <a:gd name="connsiteX261" fmla="*/ 1465095 w 12198355"/>
              <a:gd name="connsiteY261" fmla="*/ 6247271 h 6858000"/>
              <a:gd name="connsiteX262" fmla="*/ 1461455 w 12198355"/>
              <a:gd name="connsiteY262" fmla="*/ 6250981 h 6858000"/>
              <a:gd name="connsiteX263" fmla="*/ 1458064 w 12198355"/>
              <a:gd name="connsiteY263" fmla="*/ 6254955 h 6858000"/>
              <a:gd name="connsiteX264" fmla="*/ 1454938 w 12198355"/>
              <a:gd name="connsiteY264" fmla="*/ 6259182 h 6858000"/>
              <a:gd name="connsiteX265" fmla="*/ 1452087 w 12198355"/>
              <a:gd name="connsiteY265" fmla="*/ 6263654 h 6858000"/>
              <a:gd name="connsiteX266" fmla="*/ 1449525 w 12198355"/>
              <a:gd name="connsiteY266" fmla="*/ 6268361 h 6858000"/>
              <a:gd name="connsiteX267" fmla="*/ 1447263 w 12198355"/>
              <a:gd name="connsiteY267" fmla="*/ 6273294 h 6858000"/>
              <a:gd name="connsiteX268" fmla="*/ 1445310 w 12198355"/>
              <a:gd name="connsiteY268" fmla="*/ 6278461 h 6858000"/>
              <a:gd name="connsiteX269" fmla="*/ 1443694 w 12198355"/>
              <a:gd name="connsiteY269" fmla="*/ 6283797 h 6858000"/>
              <a:gd name="connsiteX270" fmla="*/ 1442411 w 12198355"/>
              <a:gd name="connsiteY270" fmla="*/ 6289349 h 6858000"/>
              <a:gd name="connsiteX271" fmla="*/ 1441479 w 12198355"/>
              <a:gd name="connsiteY271" fmla="*/ 6295089 h 6858000"/>
              <a:gd name="connsiteX272" fmla="*/ 1440910 w 12198355"/>
              <a:gd name="connsiteY272" fmla="*/ 6301007 h 6858000"/>
              <a:gd name="connsiteX273" fmla="*/ 1440718 w 12198355"/>
              <a:gd name="connsiteY273" fmla="*/ 6307094 h 6858000"/>
              <a:gd name="connsiteX274" fmla="*/ 1440899 w 12198355"/>
              <a:gd name="connsiteY274" fmla="*/ 6312893 h 6858000"/>
              <a:gd name="connsiteX275" fmla="*/ 1441435 w 12198355"/>
              <a:gd name="connsiteY275" fmla="*/ 6318541 h 6858000"/>
              <a:gd name="connsiteX276" fmla="*/ 1442314 w 12198355"/>
              <a:gd name="connsiteY276" fmla="*/ 6324029 h 6858000"/>
              <a:gd name="connsiteX277" fmla="*/ 1443524 w 12198355"/>
              <a:gd name="connsiteY277" fmla="*/ 6329349 h 6858000"/>
              <a:gd name="connsiteX278" fmla="*/ 1445055 w 12198355"/>
              <a:gd name="connsiteY278" fmla="*/ 6334492 h 6858000"/>
              <a:gd name="connsiteX279" fmla="*/ 1446894 w 12198355"/>
              <a:gd name="connsiteY279" fmla="*/ 6339450 h 6858000"/>
              <a:gd name="connsiteX280" fmla="*/ 1449030 w 12198355"/>
              <a:gd name="connsiteY280" fmla="*/ 6344213 h 6858000"/>
              <a:gd name="connsiteX281" fmla="*/ 1451452 w 12198355"/>
              <a:gd name="connsiteY281" fmla="*/ 6348774 h 6858000"/>
              <a:gd name="connsiteX282" fmla="*/ 1454147 w 12198355"/>
              <a:gd name="connsiteY282" fmla="*/ 6353125 h 6858000"/>
              <a:gd name="connsiteX283" fmla="*/ 1457105 w 12198355"/>
              <a:gd name="connsiteY283" fmla="*/ 6357256 h 6858000"/>
              <a:gd name="connsiteX284" fmla="*/ 1460313 w 12198355"/>
              <a:gd name="connsiteY284" fmla="*/ 6361160 h 6858000"/>
              <a:gd name="connsiteX285" fmla="*/ 1463761 w 12198355"/>
              <a:gd name="connsiteY285" fmla="*/ 6364827 h 6858000"/>
              <a:gd name="connsiteX286" fmla="*/ 1467436 w 12198355"/>
              <a:gd name="connsiteY286" fmla="*/ 6368250 h 6858000"/>
              <a:gd name="connsiteX287" fmla="*/ 1471328 w 12198355"/>
              <a:gd name="connsiteY287" fmla="*/ 6371419 h 6858000"/>
              <a:gd name="connsiteX288" fmla="*/ 1475425 w 12198355"/>
              <a:gd name="connsiteY288" fmla="*/ 6374327 h 6858000"/>
              <a:gd name="connsiteX289" fmla="*/ 1479714 w 12198355"/>
              <a:gd name="connsiteY289" fmla="*/ 6376964 h 6858000"/>
              <a:gd name="connsiteX290" fmla="*/ 1484185 w 12198355"/>
              <a:gd name="connsiteY290" fmla="*/ 6379324 h 6858000"/>
              <a:gd name="connsiteX291" fmla="*/ 1488826 w 12198355"/>
              <a:gd name="connsiteY291" fmla="*/ 6381396 h 6858000"/>
              <a:gd name="connsiteX292" fmla="*/ 1493626 w 12198355"/>
              <a:gd name="connsiteY292" fmla="*/ 6383172 h 6858000"/>
              <a:gd name="connsiteX293" fmla="*/ 1498572 w 12198355"/>
              <a:gd name="connsiteY293" fmla="*/ 6384645 h 6858000"/>
              <a:gd name="connsiteX294" fmla="*/ 1503654 w 12198355"/>
              <a:gd name="connsiteY294" fmla="*/ 6385805 h 6858000"/>
              <a:gd name="connsiteX295" fmla="*/ 1508860 w 12198355"/>
              <a:gd name="connsiteY295" fmla="*/ 6386644 h 6858000"/>
              <a:gd name="connsiteX296" fmla="*/ 1514178 w 12198355"/>
              <a:gd name="connsiteY296" fmla="*/ 6387153 h 6858000"/>
              <a:gd name="connsiteX297" fmla="*/ 1519597 w 12198355"/>
              <a:gd name="connsiteY297" fmla="*/ 6387325 h 6858000"/>
              <a:gd name="connsiteX298" fmla="*/ 1526428 w 12198355"/>
              <a:gd name="connsiteY298" fmla="*/ 6387054 h 6858000"/>
              <a:gd name="connsiteX299" fmla="*/ 1532938 w 12198355"/>
              <a:gd name="connsiteY299" fmla="*/ 6386261 h 6858000"/>
              <a:gd name="connsiteX300" fmla="*/ 1539123 w 12198355"/>
              <a:gd name="connsiteY300" fmla="*/ 6384980 h 6858000"/>
              <a:gd name="connsiteX301" fmla="*/ 1544980 w 12198355"/>
              <a:gd name="connsiteY301" fmla="*/ 6383243 h 6858000"/>
              <a:gd name="connsiteX302" fmla="*/ 1550506 w 12198355"/>
              <a:gd name="connsiteY302" fmla="*/ 6381082 h 6858000"/>
              <a:gd name="connsiteX303" fmla="*/ 1555698 w 12198355"/>
              <a:gd name="connsiteY303" fmla="*/ 6378529 h 6858000"/>
              <a:gd name="connsiteX304" fmla="*/ 1560552 w 12198355"/>
              <a:gd name="connsiteY304" fmla="*/ 6375618 h 6858000"/>
              <a:gd name="connsiteX305" fmla="*/ 1565064 w 12198355"/>
              <a:gd name="connsiteY305" fmla="*/ 6372380 h 6858000"/>
              <a:gd name="connsiteX306" fmla="*/ 1569232 w 12198355"/>
              <a:gd name="connsiteY306" fmla="*/ 6368848 h 6858000"/>
              <a:gd name="connsiteX307" fmla="*/ 1573052 w 12198355"/>
              <a:gd name="connsiteY307" fmla="*/ 6365054 h 6858000"/>
              <a:gd name="connsiteX308" fmla="*/ 1576520 w 12198355"/>
              <a:gd name="connsiteY308" fmla="*/ 6361031 h 6858000"/>
              <a:gd name="connsiteX309" fmla="*/ 1579635 w 12198355"/>
              <a:gd name="connsiteY309" fmla="*/ 6356812 h 6858000"/>
              <a:gd name="connsiteX310" fmla="*/ 1582391 w 12198355"/>
              <a:gd name="connsiteY310" fmla="*/ 6352428 h 6858000"/>
              <a:gd name="connsiteX311" fmla="*/ 1584786 w 12198355"/>
              <a:gd name="connsiteY311" fmla="*/ 6347913 h 6858000"/>
              <a:gd name="connsiteX312" fmla="*/ 1586236 w 12198355"/>
              <a:gd name="connsiteY312" fmla="*/ 6344617 h 6858000"/>
              <a:gd name="connsiteX313" fmla="*/ 1586816 w 12198355"/>
              <a:gd name="connsiteY313" fmla="*/ 6343297 h 6858000"/>
              <a:gd name="connsiteX314" fmla="*/ 1588479 w 12198355"/>
              <a:gd name="connsiteY314" fmla="*/ 6338615 h 6858000"/>
              <a:gd name="connsiteX315" fmla="*/ 1588664 w 12198355"/>
              <a:gd name="connsiteY315" fmla="*/ 6336960 h 6858000"/>
              <a:gd name="connsiteX316" fmla="*/ 1588235 w 12198355"/>
              <a:gd name="connsiteY316" fmla="*/ 6335417 h 6858000"/>
              <a:gd name="connsiteX317" fmla="*/ 1587274 w 12198355"/>
              <a:gd name="connsiteY317" fmla="*/ 6334160 h 6858000"/>
              <a:gd name="connsiteX318" fmla="*/ 1585862 w 12198355"/>
              <a:gd name="connsiteY318" fmla="*/ 6333362 h 6858000"/>
              <a:gd name="connsiteX319" fmla="*/ 1553627 w 12198355"/>
              <a:gd name="connsiteY319" fmla="*/ 6323178 h 6858000"/>
              <a:gd name="connsiteX320" fmla="*/ 1552160 w 12198355"/>
              <a:gd name="connsiteY320" fmla="*/ 6323012 h 6858000"/>
              <a:gd name="connsiteX321" fmla="*/ 1550782 w 12198355"/>
              <a:gd name="connsiteY321" fmla="*/ 6323397 h 6858000"/>
              <a:gd name="connsiteX322" fmla="*/ 1549622 w 12198355"/>
              <a:gd name="connsiteY322" fmla="*/ 6324263 h 6858000"/>
              <a:gd name="connsiteX323" fmla="*/ 1548805 w 12198355"/>
              <a:gd name="connsiteY323" fmla="*/ 6325541 h 6858000"/>
              <a:gd name="connsiteX324" fmla="*/ 1546706 w 12198355"/>
              <a:gd name="connsiteY324" fmla="*/ 6329749 h 6858000"/>
              <a:gd name="connsiteX325" fmla="*/ 1543941 w 12198355"/>
              <a:gd name="connsiteY325" fmla="*/ 6333699 h 6858000"/>
              <a:gd name="connsiteX326" fmla="*/ 1540495 w 12198355"/>
              <a:gd name="connsiteY326" fmla="*/ 6337251 h 6858000"/>
              <a:gd name="connsiteX327" fmla="*/ 1536352 w 12198355"/>
              <a:gd name="connsiteY327" fmla="*/ 6340260 h 6858000"/>
              <a:gd name="connsiteX328" fmla="*/ 1531498 w 12198355"/>
              <a:gd name="connsiteY328" fmla="*/ 6342586 h 6858000"/>
              <a:gd name="connsiteX329" fmla="*/ 1525918 w 12198355"/>
              <a:gd name="connsiteY329" fmla="*/ 6344086 h 6858000"/>
              <a:gd name="connsiteX330" fmla="*/ 1519597 w 12198355"/>
              <a:gd name="connsiteY330" fmla="*/ 6344617 h 6858000"/>
              <a:gd name="connsiteX331" fmla="*/ 1514604 w 12198355"/>
              <a:gd name="connsiteY331" fmla="*/ 6344286 h 6858000"/>
              <a:gd name="connsiteX332" fmla="*/ 1509815 w 12198355"/>
              <a:gd name="connsiteY332" fmla="*/ 6343302 h 6858000"/>
              <a:gd name="connsiteX333" fmla="*/ 1505287 w 12198355"/>
              <a:gd name="connsiteY333" fmla="*/ 6341678 h 6858000"/>
              <a:gd name="connsiteX334" fmla="*/ 1501076 w 12198355"/>
              <a:gd name="connsiteY334" fmla="*/ 6339424 h 6858000"/>
              <a:gd name="connsiteX335" fmla="*/ 1497242 w 12198355"/>
              <a:gd name="connsiteY335" fmla="*/ 6336555 h 6858000"/>
              <a:gd name="connsiteX336" fmla="*/ 1493840 w 12198355"/>
              <a:gd name="connsiteY336" fmla="*/ 6333082 h 6858000"/>
              <a:gd name="connsiteX337" fmla="*/ 1490928 w 12198355"/>
              <a:gd name="connsiteY337" fmla="*/ 6329017 h 6858000"/>
              <a:gd name="connsiteX338" fmla="*/ 1488564 w 12198355"/>
              <a:gd name="connsiteY338" fmla="*/ 6324374 h 6858000"/>
              <a:gd name="connsiteX339" fmla="*/ 1486804 w 12198355"/>
              <a:gd name="connsiteY339" fmla="*/ 6319164 h 6858000"/>
              <a:gd name="connsiteX340" fmla="*/ 1485706 w 12198355"/>
              <a:gd name="connsiteY340" fmla="*/ 6313400 h 6858000"/>
              <a:gd name="connsiteX341" fmla="*/ 1485327 w 12198355"/>
              <a:gd name="connsiteY341" fmla="*/ 6307094 h 6858000"/>
              <a:gd name="connsiteX342" fmla="*/ 1485692 w 12198355"/>
              <a:gd name="connsiteY342" fmla="*/ 6300711 h 6858000"/>
              <a:gd name="connsiteX343" fmla="*/ 1486752 w 12198355"/>
              <a:gd name="connsiteY343" fmla="*/ 6294885 h 6858000"/>
              <a:gd name="connsiteX344" fmla="*/ 1488456 w 12198355"/>
              <a:gd name="connsiteY344" fmla="*/ 6289625 h 6858000"/>
              <a:gd name="connsiteX345" fmla="*/ 1490750 w 12198355"/>
              <a:gd name="connsiteY345" fmla="*/ 6284943 h 6858000"/>
              <a:gd name="connsiteX346" fmla="*/ 1493584 w 12198355"/>
              <a:gd name="connsiteY346" fmla="*/ 6280849 h 6858000"/>
              <a:gd name="connsiteX347" fmla="*/ 1496906 w 12198355"/>
              <a:gd name="connsiteY347" fmla="*/ 6277355 h 6858000"/>
              <a:gd name="connsiteX348" fmla="*/ 1500663 w 12198355"/>
              <a:gd name="connsiteY348" fmla="*/ 6274472 h 6858000"/>
              <a:gd name="connsiteX349" fmla="*/ 1504804 w 12198355"/>
              <a:gd name="connsiteY349" fmla="*/ 6272210 h 6858000"/>
              <a:gd name="connsiteX350" fmla="*/ 1509276 w 12198355"/>
              <a:gd name="connsiteY350" fmla="*/ 6270581 h 6858000"/>
              <a:gd name="connsiteX351" fmla="*/ 1514028 w 12198355"/>
              <a:gd name="connsiteY351" fmla="*/ 6269595 h 6858000"/>
              <a:gd name="connsiteX352" fmla="*/ 1519008 w 12198355"/>
              <a:gd name="connsiteY352" fmla="*/ 6269264 h 6858000"/>
              <a:gd name="connsiteX353" fmla="*/ 1525289 w 12198355"/>
              <a:gd name="connsiteY353" fmla="*/ 6269783 h 6858000"/>
              <a:gd name="connsiteX354" fmla="*/ 1530765 w 12198355"/>
              <a:gd name="connsiteY354" fmla="*/ 6271251 h 6858000"/>
              <a:gd name="connsiteX355" fmla="*/ 1535471 w 12198355"/>
              <a:gd name="connsiteY355" fmla="*/ 6273539 h 6858000"/>
              <a:gd name="connsiteX356" fmla="*/ 1539447 w 12198355"/>
              <a:gd name="connsiteY356" fmla="*/ 6276516 h 6858000"/>
              <a:gd name="connsiteX357" fmla="*/ 1542728 w 12198355"/>
              <a:gd name="connsiteY357" fmla="*/ 6280050 h 6858000"/>
              <a:gd name="connsiteX358" fmla="*/ 1545352 w 12198355"/>
              <a:gd name="connsiteY358" fmla="*/ 6284012 h 6858000"/>
              <a:gd name="connsiteX359" fmla="*/ 1547356 w 12198355"/>
              <a:gd name="connsiteY359" fmla="*/ 6288270 h 6858000"/>
              <a:gd name="connsiteX360" fmla="*/ 1548161 w 12198355"/>
              <a:gd name="connsiteY360" fmla="*/ 6289574 h 6858000"/>
              <a:gd name="connsiteX361" fmla="*/ 1549322 w 12198355"/>
              <a:gd name="connsiteY361" fmla="*/ 6290463 h 6858000"/>
              <a:gd name="connsiteX362" fmla="*/ 1550709 w 12198355"/>
              <a:gd name="connsiteY362" fmla="*/ 6290865 h 6858000"/>
              <a:gd name="connsiteX363" fmla="*/ 1552192 w 12198355"/>
              <a:gd name="connsiteY363" fmla="*/ 6290706 h 6858000"/>
              <a:gd name="connsiteX364" fmla="*/ 1584982 w 12198355"/>
              <a:gd name="connsiteY364" fmla="*/ 6280499 h 6858000"/>
              <a:gd name="connsiteX365" fmla="*/ 1586395 w 12198355"/>
              <a:gd name="connsiteY365" fmla="*/ 6279710 h 6858000"/>
              <a:gd name="connsiteX366" fmla="*/ 1587360 w 12198355"/>
              <a:gd name="connsiteY366" fmla="*/ 6278461 h 6858000"/>
              <a:gd name="connsiteX367" fmla="*/ 1587797 w 12198355"/>
              <a:gd name="connsiteY367" fmla="*/ 6276923 h 6858000"/>
              <a:gd name="connsiteX368" fmla="*/ 1587624 w 12198355"/>
              <a:gd name="connsiteY368" fmla="*/ 6275269 h 6858000"/>
              <a:gd name="connsiteX369" fmla="*/ 1586087 w 12198355"/>
              <a:gd name="connsiteY369" fmla="*/ 6270783 h 6858000"/>
              <a:gd name="connsiteX370" fmla="*/ 1585447 w 12198355"/>
              <a:gd name="connsiteY370" fmla="*/ 6269264 h 6858000"/>
              <a:gd name="connsiteX371" fmla="*/ 1584229 w 12198355"/>
              <a:gd name="connsiteY371" fmla="*/ 6266374 h 6858000"/>
              <a:gd name="connsiteX372" fmla="*/ 1582051 w 12198355"/>
              <a:gd name="connsiteY372" fmla="*/ 6262066 h 6858000"/>
              <a:gd name="connsiteX373" fmla="*/ 1579553 w 12198355"/>
              <a:gd name="connsiteY373" fmla="*/ 6257885 h 6858000"/>
              <a:gd name="connsiteX374" fmla="*/ 1576736 w 12198355"/>
              <a:gd name="connsiteY374" fmla="*/ 6253856 h 6858000"/>
              <a:gd name="connsiteX375" fmla="*/ 1573599 w 12198355"/>
              <a:gd name="connsiteY375" fmla="*/ 6250004 h 6858000"/>
              <a:gd name="connsiteX376" fmla="*/ 1570144 w 12198355"/>
              <a:gd name="connsiteY376" fmla="*/ 6246355 h 6858000"/>
              <a:gd name="connsiteX377" fmla="*/ 1566370 w 12198355"/>
              <a:gd name="connsiteY377" fmla="*/ 6242934 h 6858000"/>
              <a:gd name="connsiteX378" fmla="*/ 1562278 w 12198355"/>
              <a:gd name="connsiteY378" fmla="*/ 6239766 h 6858000"/>
              <a:gd name="connsiteX379" fmla="*/ 1557868 w 12198355"/>
              <a:gd name="connsiteY379" fmla="*/ 6236876 h 6858000"/>
              <a:gd name="connsiteX380" fmla="*/ 1553140 w 12198355"/>
              <a:gd name="connsiteY380" fmla="*/ 6234289 h 6858000"/>
              <a:gd name="connsiteX381" fmla="*/ 1548095 w 12198355"/>
              <a:gd name="connsiteY381" fmla="*/ 6232031 h 6858000"/>
              <a:gd name="connsiteX382" fmla="*/ 1542733 w 12198355"/>
              <a:gd name="connsiteY382" fmla="*/ 6230128 h 6858000"/>
              <a:gd name="connsiteX383" fmla="*/ 1537054 w 12198355"/>
              <a:gd name="connsiteY383" fmla="*/ 6228603 h 6858000"/>
              <a:gd name="connsiteX384" fmla="*/ 1531059 w 12198355"/>
              <a:gd name="connsiteY384" fmla="*/ 6227483 h 6858000"/>
              <a:gd name="connsiteX385" fmla="*/ 1524748 w 12198355"/>
              <a:gd name="connsiteY385" fmla="*/ 6226792 h 6858000"/>
              <a:gd name="connsiteX386" fmla="*/ 1518121 w 12198355"/>
              <a:gd name="connsiteY386" fmla="*/ 6226556 h 6858000"/>
              <a:gd name="connsiteX387" fmla="*/ 1349948 w 12198355"/>
              <a:gd name="connsiteY387" fmla="*/ 6226556 h 6858000"/>
              <a:gd name="connsiteX388" fmla="*/ 1344301 w 12198355"/>
              <a:gd name="connsiteY388" fmla="*/ 6226743 h 6858000"/>
              <a:gd name="connsiteX389" fmla="*/ 1338773 w 12198355"/>
              <a:gd name="connsiteY389" fmla="*/ 6227298 h 6858000"/>
              <a:gd name="connsiteX390" fmla="*/ 1333377 w 12198355"/>
              <a:gd name="connsiteY390" fmla="*/ 6228210 h 6858000"/>
              <a:gd name="connsiteX391" fmla="*/ 1328124 w 12198355"/>
              <a:gd name="connsiteY391" fmla="*/ 6229471 h 6858000"/>
              <a:gd name="connsiteX392" fmla="*/ 1323028 w 12198355"/>
              <a:gd name="connsiteY392" fmla="*/ 6231070 h 6858000"/>
              <a:gd name="connsiteX393" fmla="*/ 1318101 w 12198355"/>
              <a:gd name="connsiteY393" fmla="*/ 6232998 h 6858000"/>
              <a:gd name="connsiteX394" fmla="*/ 1313353 w 12198355"/>
              <a:gd name="connsiteY394" fmla="*/ 6235246 h 6858000"/>
              <a:gd name="connsiteX395" fmla="*/ 1308799 w 12198355"/>
              <a:gd name="connsiteY395" fmla="*/ 6237803 h 6858000"/>
              <a:gd name="connsiteX396" fmla="*/ 1304450 w 12198355"/>
              <a:gd name="connsiteY396" fmla="*/ 6240661 h 6858000"/>
              <a:gd name="connsiteX397" fmla="*/ 1300319 w 12198355"/>
              <a:gd name="connsiteY397" fmla="*/ 6243809 h 6858000"/>
              <a:gd name="connsiteX398" fmla="*/ 1296416 w 12198355"/>
              <a:gd name="connsiteY398" fmla="*/ 6247238 h 6858000"/>
              <a:gd name="connsiteX399" fmla="*/ 1292756 w 12198355"/>
              <a:gd name="connsiteY399" fmla="*/ 6250938 h 6858000"/>
              <a:gd name="connsiteX400" fmla="*/ 1289350 w 12198355"/>
              <a:gd name="connsiteY400" fmla="*/ 6254900 h 6858000"/>
              <a:gd name="connsiteX401" fmla="*/ 1286210 w 12198355"/>
              <a:gd name="connsiteY401" fmla="*/ 6259113 h 6858000"/>
              <a:gd name="connsiteX402" fmla="*/ 1283349 w 12198355"/>
              <a:gd name="connsiteY402" fmla="*/ 6263569 h 6858000"/>
              <a:gd name="connsiteX403" fmla="*/ 1280778 w 12198355"/>
              <a:gd name="connsiteY403" fmla="*/ 6268258 h 6858000"/>
              <a:gd name="connsiteX404" fmla="*/ 1278511 w 12198355"/>
              <a:gd name="connsiteY404" fmla="*/ 6273170 h 6858000"/>
              <a:gd name="connsiteX405" fmla="*/ 1276559 w 12198355"/>
              <a:gd name="connsiteY405" fmla="*/ 6278296 h 6858000"/>
              <a:gd name="connsiteX406" fmla="*/ 1274934 w 12198355"/>
              <a:gd name="connsiteY406" fmla="*/ 6283625 h 6858000"/>
              <a:gd name="connsiteX407" fmla="*/ 1273649 w 12198355"/>
              <a:gd name="connsiteY407" fmla="*/ 6289148 h 6858000"/>
              <a:gd name="connsiteX408" fmla="*/ 1272716 w 12198355"/>
              <a:gd name="connsiteY408" fmla="*/ 6294856 h 6858000"/>
              <a:gd name="connsiteX409" fmla="*/ 1272147 w 12198355"/>
              <a:gd name="connsiteY409" fmla="*/ 6300739 h 6858000"/>
              <a:gd name="connsiteX410" fmla="*/ 1271955 w 12198355"/>
              <a:gd name="connsiteY410" fmla="*/ 6306788 h 6858000"/>
              <a:gd name="connsiteX411" fmla="*/ 1272132 w 12198355"/>
              <a:gd name="connsiteY411" fmla="*/ 6312589 h 6858000"/>
              <a:gd name="connsiteX412" fmla="*/ 1272655 w 12198355"/>
              <a:gd name="connsiteY412" fmla="*/ 6318242 h 6858000"/>
              <a:gd name="connsiteX413" fmla="*/ 1273513 w 12198355"/>
              <a:gd name="connsiteY413" fmla="*/ 6323737 h 6858000"/>
              <a:gd name="connsiteX414" fmla="*/ 1274696 w 12198355"/>
              <a:gd name="connsiteY414" fmla="*/ 6329067 h 6858000"/>
              <a:gd name="connsiteX415" fmla="*/ 1276193 w 12198355"/>
              <a:gd name="connsiteY415" fmla="*/ 6334221 h 6858000"/>
              <a:gd name="connsiteX416" fmla="*/ 1277993 w 12198355"/>
              <a:gd name="connsiteY416" fmla="*/ 6339192 h 6858000"/>
              <a:gd name="connsiteX417" fmla="*/ 1280085 w 12198355"/>
              <a:gd name="connsiteY417" fmla="*/ 6343971 h 6858000"/>
              <a:gd name="connsiteX418" fmla="*/ 1282459 w 12198355"/>
              <a:gd name="connsiteY418" fmla="*/ 6348549 h 6858000"/>
              <a:gd name="connsiteX419" fmla="*/ 1285104 w 12198355"/>
              <a:gd name="connsiteY419" fmla="*/ 6352916 h 6858000"/>
              <a:gd name="connsiteX420" fmla="*/ 1288009 w 12198355"/>
              <a:gd name="connsiteY420" fmla="*/ 6357066 h 6858000"/>
              <a:gd name="connsiteX421" fmla="*/ 1291163 w 12198355"/>
              <a:gd name="connsiteY421" fmla="*/ 6360988 h 6858000"/>
              <a:gd name="connsiteX422" fmla="*/ 1294555 w 12198355"/>
              <a:gd name="connsiteY422" fmla="*/ 6364675 h 6858000"/>
              <a:gd name="connsiteX423" fmla="*/ 1298175 w 12198355"/>
              <a:gd name="connsiteY423" fmla="*/ 6368116 h 6858000"/>
              <a:gd name="connsiteX424" fmla="*/ 1302013 w 12198355"/>
              <a:gd name="connsiteY424" fmla="*/ 6371304 h 6858000"/>
              <a:gd name="connsiteX425" fmla="*/ 1306056 w 12198355"/>
              <a:gd name="connsiteY425" fmla="*/ 6374230 h 6858000"/>
              <a:gd name="connsiteX426" fmla="*/ 1310295 w 12198355"/>
              <a:gd name="connsiteY426" fmla="*/ 6376886 h 6858000"/>
              <a:gd name="connsiteX427" fmla="*/ 1314719 w 12198355"/>
              <a:gd name="connsiteY427" fmla="*/ 6379261 h 6858000"/>
              <a:gd name="connsiteX428" fmla="*/ 1319316 w 12198355"/>
              <a:gd name="connsiteY428" fmla="*/ 6381348 h 6858000"/>
              <a:gd name="connsiteX429" fmla="*/ 1324077 w 12198355"/>
              <a:gd name="connsiteY429" fmla="*/ 6383138 h 6858000"/>
              <a:gd name="connsiteX430" fmla="*/ 1328989 w 12198355"/>
              <a:gd name="connsiteY430" fmla="*/ 6384622 h 6858000"/>
              <a:gd name="connsiteX431" fmla="*/ 1334044 w 12198355"/>
              <a:gd name="connsiteY431" fmla="*/ 6385792 h 6858000"/>
              <a:gd name="connsiteX432" fmla="*/ 1339229 w 12198355"/>
              <a:gd name="connsiteY432" fmla="*/ 6386638 h 6858000"/>
              <a:gd name="connsiteX433" fmla="*/ 1344534 w 12198355"/>
              <a:gd name="connsiteY433" fmla="*/ 6387152 h 6858000"/>
              <a:gd name="connsiteX434" fmla="*/ 1349948 w 12198355"/>
              <a:gd name="connsiteY434" fmla="*/ 6387325 h 6858000"/>
              <a:gd name="connsiteX435" fmla="*/ 1355397 w 12198355"/>
              <a:gd name="connsiteY435" fmla="*/ 6387152 h 6858000"/>
              <a:gd name="connsiteX436" fmla="*/ 1360730 w 12198355"/>
              <a:gd name="connsiteY436" fmla="*/ 6386638 h 6858000"/>
              <a:gd name="connsiteX437" fmla="*/ 1365938 w 12198355"/>
              <a:gd name="connsiteY437" fmla="*/ 6385792 h 6858000"/>
              <a:gd name="connsiteX438" fmla="*/ 1371010 w 12198355"/>
              <a:gd name="connsiteY438" fmla="*/ 6384622 h 6858000"/>
              <a:gd name="connsiteX439" fmla="*/ 1375936 w 12198355"/>
              <a:gd name="connsiteY439" fmla="*/ 6383138 h 6858000"/>
              <a:gd name="connsiteX440" fmla="*/ 1380706 w 12198355"/>
              <a:gd name="connsiteY440" fmla="*/ 6381348 h 6858000"/>
              <a:gd name="connsiteX441" fmla="*/ 1385308 w 12198355"/>
              <a:gd name="connsiteY441" fmla="*/ 6379261 h 6858000"/>
              <a:gd name="connsiteX442" fmla="*/ 1389734 w 12198355"/>
              <a:gd name="connsiteY442" fmla="*/ 6376886 h 6858000"/>
              <a:gd name="connsiteX443" fmla="*/ 1393971 w 12198355"/>
              <a:gd name="connsiteY443" fmla="*/ 6374230 h 6858000"/>
              <a:gd name="connsiteX444" fmla="*/ 1398010 w 12198355"/>
              <a:gd name="connsiteY444" fmla="*/ 6371304 h 6858000"/>
              <a:gd name="connsiteX445" fmla="*/ 1401841 w 12198355"/>
              <a:gd name="connsiteY445" fmla="*/ 6368116 h 6858000"/>
              <a:gd name="connsiteX446" fmla="*/ 1405453 w 12198355"/>
              <a:gd name="connsiteY446" fmla="*/ 6364675 h 6858000"/>
              <a:gd name="connsiteX447" fmla="*/ 1408836 w 12198355"/>
              <a:gd name="connsiteY447" fmla="*/ 6360988 h 6858000"/>
              <a:gd name="connsiteX448" fmla="*/ 1411979 w 12198355"/>
              <a:gd name="connsiteY448" fmla="*/ 6357066 h 6858000"/>
              <a:gd name="connsiteX449" fmla="*/ 1414872 w 12198355"/>
              <a:gd name="connsiteY449" fmla="*/ 6352916 h 6858000"/>
              <a:gd name="connsiteX450" fmla="*/ 1417504 w 12198355"/>
              <a:gd name="connsiteY450" fmla="*/ 6348549 h 6858000"/>
              <a:gd name="connsiteX451" fmla="*/ 1419533 w 12198355"/>
              <a:gd name="connsiteY451" fmla="*/ 6344617 h 6858000"/>
              <a:gd name="connsiteX452" fmla="*/ 1421947 w 12198355"/>
              <a:gd name="connsiteY452" fmla="*/ 6339192 h 6858000"/>
              <a:gd name="connsiteX453" fmla="*/ 1423736 w 12198355"/>
              <a:gd name="connsiteY453" fmla="*/ 6334221 h 6858000"/>
              <a:gd name="connsiteX454" fmla="*/ 1425223 w 12198355"/>
              <a:gd name="connsiteY454" fmla="*/ 6329067 h 6858000"/>
              <a:gd name="connsiteX455" fmla="*/ 1426398 w 12198355"/>
              <a:gd name="connsiteY455" fmla="*/ 6323737 h 6858000"/>
              <a:gd name="connsiteX456" fmla="*/ 1427249 w 12198355"/>
              <a:gd name="connsiteY456" fmla="*/ 6318242 h 6858000"/>
              <a:gd name="connsiteX457" fmla="*/ 1427768 w 12198355"/>
              <a:gd name="connsiteY457" fmla="*/ 6312589 h 6858000"/>
              <a:gd name="connsiteX458" fmla="*/ 1427943 w 12198355"/>
              <a:gd name="connsiteY458" fmla="*/ 6306788 h 6858000"/>
              <a:gd name="connsiteX459" fmla="*/ 1427753 w 12198355"/>
              <a:gd name="connsiteY459" fmla="*/ 6300739 h 6858000"/>
              <a:gd name="connsiteX460" fmla="*/ 1427188 w 12198355"/>
              <a:gd name="connsiteY460" fmla="*/ 6294856 h 6858000"/>
              <a:gd name="connsiteX461" fmla="*/ 1426262 w 12198355"/>
              <a:gd name="connsiteY461" fmla="*/ 6289148 h 6858000"/>
              <a:gd name="connsiteX462" fmla="*/ 1424986 w 12198355"/>
              <a:gd name="connsiteY462" fmla="*/ 6283625 h 6858000"/>
              <a:gd name="connsiteX463" fmla="*/ 1423372 w 12198355"/>
              <a:gd name="connsiteY463" fmla="*/ 6278296 h 6858000"/>
              <a:gd name="connsiteX464" fmla="*/ 1421432 w 12198355"/>
              <a:gd name="connsiteY464" fmla="*/ 6273170 h 6858000"/>
              <a:gd name="connsiteX465" fmla="*/ 1419639 w 12198355"/>
              <a:gd name="connsiteY465" fmla="*/ 6269264 h 6858000"/>
              <a:gd name="connsiteX466" fmla="*/ 1419177 w 12198355"/>
              <a:gd name="connsiteY466" fmla="*/ 6268258 h 6858000"/>
              <a:gd name="connsiteX467" fmla="*/ 1416619 w 12198355"/>
              <a:gd name="connsiteY467" fmla="*/ 6263569 h 6858000"/>
              <a:gd name="connsiteX468" fmla="*/ 1413770 w 12198355"/>
              <a:gd name="connsiteY468" fmla="*/ 6259113 h 6858000"/>
              <a:gd name="connsiteX469" fmla="*/ 1410643 w 12198355"/>
              <a:gd name="connsiteY469" fmla="*/ 6254900 h 6858000"/>
              <a:gd name="connsiteX470" fmla="*/ 1407247 w 12198355"/>
              <a:gd name="connsiteY470" fmla="*/ 6250938 h 6858000"/>
              <a:gd name="connsiteX471" fmla="*/ 1403597 w 12198355"/>
              <a:gd name="connsiteY471" fmla="*/ 6247238 h 6858000"/>
              <a:gd name="connsiteX472" fmla="*/ 1399702 w 12198355"/>
              <a:gd name="connsiteY472" fmla="*/ 6243809 h 6858000"/>
              <a:gd name="connsiteX473" fmla="*/ 1395576 w 12198355"/>
              <a:gd name="connsiteY473" fmla="*/ 6240661 h 6858000"/>
              <a:gd name="connsiteX474" fmla="*/ 1391230 w 12198355"/>
              <a:gd name="connsiteY474" fmla="*/ 6237803 h 6858000"/>
              <a:gd name="connsiteX475" fmla="*/ 1386675 w 12198355"/>
              <a:gd name="connsiteY475" fmla="*/ 6235246 h 6858000"/>
              <a:gd name="connsiteX476" fmla="*/ 1381923 w 12198355"/>
              <a:gd name="connsiteY476" fmla="*/ 6232998 h 6858000"/>
              <a:gd name="connsiteX477" fmla="*/ 1376987 w 12198355"/>
              <a:gd name="connsiteY477" fmla="*/ 6231070 h 6858000"/>
              <a:gd name="connsiteX478" fmla="*/ 1371878 w 12198355"/>
              <a:gd name="connsiteY478" fmla="*/ 6229471 h 6858000"/>
              <a:gd name="connsiteX479" fmla="*/ 1366608 w 12198355"/>
              <a:gd name="connsiteY479" fmla="*/ 6228210 h 6858000"/>
              <a:gd name="connsiteX480" fmla="*/ 1361188 w 12198355"/>
              <a:gd name="connsiteY480" fmla="*/ 6227298 h 6858000"/>
              <a:gd name="connsiteX481" fmla="*/ 1355631 w 12198355"/>
              <a:gd name="connsiteY481" fmla="*/ 6226743 h 6858000"/>
              <a:gd name="connsiteX482" fmla="*/ 1349948 w 12198355"/>
              <a:gd name="connsiteY482" fmla="*/ 6226556 h 6858000"/>
              <a:gd name="connsiteX483" fmla="*/ 782044 w 12198355"/>
              <a:gd name="connsiteY483" fmla="*/ 6166457 h 6858000"/>
              <a:gd name="connsiteX484" fmla="*/ 780496 w 12198355"/>
              <a:gd name="connsiteY484" fmla="*/ 6166780 h 6858000"/>
              <a:gd name="connsiteX485" fmla="*/ 779232 w 12198355"/>
              <a:gd name="connsiteY485" fmla="*/ 6167660 h 6858000"/>
              <a:gd name="connsiteX486" fmla="*/ 778380 w 12198355"/>
              <a:gd name="connsiteY486" fmla="*/ 6168966 h 6858000"/>
              <a:gd name="connsiteX487" fmla="*/ 778067 w 12198355"/>
              <a:gd name="connsiteY487" fmla="*/ 6170564 h 6858000"/>
              <a:gd name="connsiteX488" fmla="*/ 778067 w 12198355"/>
              <a:gd name="connsiteY488" fmla="*/ 6378643 h 6858000"/>
              <a:gd name="connsiteX489" fmla="*/ 778380 w 12198355"/>
              <a:gd name="connsiteY489" fmla="*/ 6380242 h 6858000"/>
              <a:gd name="connsiteX490" fmla="*/ 779232 w 12198355"/>
              <a:gd name="connsiteY490" fmla="*/ 6381547 h 6858000"/>
              <a:gd name="connsiteX491" fmla="*/ 780496 w 12198355"/>
              <a:gd name="connsiteY491" fmla="*/ 6382427 h 6858000"/>
              <a:gd name="connsiteX492" fmla="*/ 782044 w 12198355"/>
              <a:gd name="connsiteY492" fmla="*/ 6382750 h 6858000"/>
              <a:gd name="connsiteX493" fmla="*/ 907033 w 12198355"/>
              <a:gd name="connsiteY493" fmla="*/ 6382750 h 6858000"/>
              <a:gd name="connsiteX494" fmla="*/ 908581 w 12198355"/>
              <a:gd name="connsiteY494" fmla="*/ 6382427 h 6858000"/>
              <a:gd name="connsiteX495" fmla="*/ 909845 w 12198355"/>
              <a:gd name="connsiteY495" fmla="*/ 6381547 h 6858000"/>
              <a:gd name="connsiteX496" fmla="*/ 910697 w 12198355"/>
              <a:gd name="connsiteY496" fmla="*/ 6380242 h 6858000"/>
              <a:gd name="connsiteX497" fmla="*/ 911010 w 12198355"/>
              <a:gd name="connsiteY497" fmla="*/ 6378643 h 6858000"/>
              <a:gd name="connsiteX498" fmla="*/ 911010 w 12198355"/>
              <a:gd name="connsiteY498" fmla="*/ 6341097 h 6858000"/>
              <a:gd name="connsiteX499" fmla="*/ 908581 w 12198355"/>
              <a:gd name="connsiteY499" fmla="*/ 6337313 h 6858000"/>
              <a:gd name="connsiteX500" fmla="*/ 828722 w 12198355"/>
              <a:gd name="connsiteY500" fmla="*/ 6336990 h 6858000"/>
              <a:gd name="connsiteX501" fmla="*/ 827174 w 12198355"/>
              <a:gd name="connsiteY501" fmla="*/ 6336667 h 6858000"/>
              <a:gd name="connsiteX502" fmla="*/ 825910 w 12198355"/>
              <a:gd name="connsiteY502" fmla="*/ 6335787 h 6858000"/>
              <a:gd name="connsiteX503" fmla="*/ 825057 w 12198355"/>
              <a:gd name="connsiteY503" fmla="*/ 6334481 h 6858000"/>
              <a:gd name="connsiteX504" fmla="*/ 824744 w 12198355"/>
              <a:gd name="connsiteY504" fmla="*/ 6332883 h 6858000"/>
              <a:gd name="connsiteX505" fmla="*/ 824744 w 12198355"/>
              <a:gd name="connsiteY505" fmla="*/ 6299607 h 6858000"/>
              <a:gd name="connsiteX506" fmla="*/ 825057 w 12198355"/>
              <a:gd name="connsiteY506" fmla="*/ 6298009 h 6858000"/>
              <a:gd name="connsiteX507" fmla="*/ 825910 w 12198355"/>
              <a:gd name="connsiteY507" fmla="*/ 6296703 h 6858000"/>
              <a:gd name="connsiteX508" fmla="*/ 827174 w 12198355"/>
              <a:gd name="connsiteY508" fmla="*/ 6295823 h 6858000"/>
              <a:gd name="connsiteX509" fmla="*/ 828722 w 12198355"/>
              <a:gd name="connsiteY509" fmla="*/ 6295500 h 6858000"/>
              <a:gd name="connsiteX510" fmla="*/ 898759 w 12198355"/>
              <a:gd name="connsiteY510" fmla="*/ 6295500 h 6858000"/>
              <a:gd name="connsiteX511" fmla="*/ 900308 w 12198355"/>
              <a:gd name="connsiteY511" fmla="*/ 6295178 h 6858000"/>
              <a:gd name="connsiteX512" fmla="*/ 901572 w 12198355"/>
              <a:gd name="connsiteY512" fmla="*/ 6294298 h 6858000"/>
              <a:gd name="connsiteX513" fmla="*/ 902425 w 12198355"/>
              <a:gd name="connsiteY513" fmla="*/ 6292992 h 6858000"/>
              <a:gd name="connsiteX514" fmla="*/ 902738 w 12198355"/>
              <a:gd name="connsiteY514" fmla="*/ 6291393 h 6858000"/>
              <a:gd name="connsiteX515" fmla="*/ 902738 w 12198355"/>
              <a:gd name="connsiteY515" fmla="*/ 6257204 h 6858000"/>
              <a:gd name="connsiteX516" fmla="*/ 902425 w 12198355"/>
              <a:gd name="connsiteY516" fmla="*/ 6255605 h 6858000"/>
              <a:gd name="connsiteX517" fmla="*/ 901572 w 12198355"/>
              <a:gd name="connsiteY517" fmla="*/ 6254300 h 6858000"/>
              <a:gd name="connsiteX518" fmla="*/ 900308 w 12198355"/>
              <a:gd name="connsiteY518" fmla="*/ 6253419 h 6858000"/>
              <a:gd name="connsiteX519" fmla="*/ 898759 w 12198355"/>
              <a:gd name="connsiteY519" fmla="*/ 6253097 h 6858000"/>
              <a:gd name="connsiteX520" fmla="*/ 828722 w 12198355"/>
              <a:gd name="connsiteY520" fmla="*/ 6253097 h 6858000"/>
              <a:gd name="connsiteX521" fmla="*/ 827174 w 12198355"/>
              <a:gd name="connsiteY521" fmla="*/ 6252774 h 6858000"/>
              <a:gd name="connsiteX522" fmla="*/ 825910 w 12198355"/>
              <a:gd name="connsiteY522" fmla="*/ 6251894 h 6858000"/>
              <a:gd name="connsiteX523" fmla="*/ 825057 w 12198355"/>
              <a:gd name="connsiteY523" fmla="*/ 6250589 h 6858000"/>
              <a:gd name="connsiteX524" fmla="*/ 824744 w 12198355"/>
              <a:gd name="connsiteY524" fmla="*/ 6248990 h 6858000"/>
              <a:gd name="connsiteX525" fmla="*/ 824744 w 12198355"/>
              <a:gd name="connsiteY525" fmla="*/ 6216020 h 6858000"/>
              <a:gd name="connsiteX526" fmla="*/ 825057 w 12198355"/>
              <a:gd name="connsiteY526" fmla="*/ 6214421 h 6858000"/>
              <a:gd name="connsiteX527" fmla="*/ 825910 w 12198355"/>
              <a:gd name="connsiteY527" fmla="*/ 6213116 h 6858000"/>
              <a:gd name="connsiteX528" fmla="*/ 827174 w 12198355"/>
              <a:gd name="connsiteY528" fmla="*/ 6212236 h 6858000"/>
              <a:gd name="connsiteX529" fmla="*/ 828722 w 12198355"/>
              <a:gd name="connsiteY529" fmla="*/ 6211913 h 6858000"/>
              <a:gd name="connsiteX530" fmla="*/ 906737 w 12198355"/>
              <a:gd name="connsiteY530" fmla="*/ 6211913 h 6858000"/>
              <a:gd name="connsiteX531" fmla="*/ 908285 w 12198355"/>
              <a:gd name="connsiteY531" fmla="*/ 6211590 h 6858000"/>
              <a:gd name="connsiteX532" fmla="*/ 909549 w 12198355"/>
              <a:gd name="connsiteY532" fmla="*/ 6210710 h 6858000"/>
              <a:gd name="connsiteX533" fmla="*/ 910401 w 12198355"/>
              <a:gd name="connsiteY533" fmla="*/ 6209405 h 6858000"/>
              <a:gd name="connsiteX534" fmla="*/ 910714 w 12198355"/>
              <a:gd name="connsiteY534" fmla="*/ 6207806 h 6858000"/>
              <a:gd name="connsiteX535" fmla="*/ 910714 w 12198355"/>
              <a:gd name="connsiteY535" fmla="*/ 6170564 h 6858000"/>
              <a:gd name="connsiteX536" fmla="*/ 910401 w 12198355"/>
              <a:gd name="connsiteY536" fmla="*/ 6168966 h 6858000"/>
              <a:gd name="connsiteX537" fmla="*/ 909549 w 12198355"/>
              <a:gd name="connsiteY537" fmla="*/ 6167660 h 6858000"/>
              <a:gd name="connsiteX538" fmla="*/ 908285 w 12198355"/>
              <a:gd name="connsiteY538" fmla="*/ 6166780 h 6858000"/>
              <a:gd name="connsiteX539" fmla="*/ 906737 w 12198355"/>
              <a:gd name="connsiteY539" fmla="*/ 6166457 h 6858000"/>
              <a:gd name="connsiteX540" fmla="*/ 782044 w 12198355"/>
              <a:gd name="connsiteY540" fmla="*/ 6166457 h 6858000"/>
              <a:gd name="connsiteX541" fmla="*/ 1124613 w 12198355"/>
              <a:gd name="connsiteY541" fmla="*/ 6157611 h 6858000"/>
              <a:gd name="connsiteX542" fmla="*/ 1119425 w 12198355"/>
              <a:gd name="connsiteY542" fmla="*/ 6158165 h 6858000"/>
              <a:gd name="connsiteX543" fmla="*/ 1114569 w 12198355"/>
              <a:gd name="connsiteY543" fmla="*/ 6159751 h 6858000"/>
              <a:gd name="connsiteX544" fmla="*/ 1110156 w 12198355"/>
              <a:gd name="connsiteY544" fmla="*/ 6162260 h 6858000"/>
              <a:gd name="connsiteX545" fmla="*/ 1106297 w 12198355"/>
              <a:gd name="connsiteY545" fmla="*/ 6165581 h 6858000"/>
              <a:gd name="connsiteX546" fmla="*/ 1103103 w 12198355"/>
              <a:gd name="connsiteY546" fmla="*/ 6169602 h 6858000"/>
              <a:gd name="connsiteX547" fmla="*/ 1100684 w 12198355"/>
              <a:gd name="connsiteY547" fmla="*/ 6174213 h 6858000"/>
              <a:gd name="connsiteX548" fmla="*/ 1099151 w 12198355"/>
              <a:gd name="connsiteY548" fmla="*/ 6179304 h 6858000"/>
              <a:gd name="connsiteX549" fmla="*/ 1098616 w 12198355"/>
              <a:gd name="connsiteY549" fmla="*/ 6184762 h 6858000"/>
              <a:gd name="connsiteX550" fmla="*/ 1099151 w 12198355"/>
              <a:gd name="connsiteY550" fmla="*/ 6190221 h 6858000"/>
              <a:gd name="connsiteX551" fmla="*/ 1100684 w 12198355"/>
              <a:gd name="connsiteY551" fmla="*/ 6195311 h 6858000"/>
              <a:gd name="connsiteX552" fmla="*/ 1103103 w 12198355"/>
              <a:gd name="connsiteY552" fmla="*/ 6199922 h 6858000"/>
              <a:gd name="connsiteX553" fmla="*/ 1106297 w 12198355"/>
              <a:gd name="connsiteY553" fmla="*/ 6203943 h 6858000"/>
              <a:gd name="connsiteX554" fmla="*/ 1110156 w 12198355"/>
              <a:gd name="connsiteY554" fmla="*/ 6207264 h 6858000"/>
              <a:gd name="connsiteX555" fmla="*/ 1114569 w 12198355"/>
              <a:gd name="connsiteY555" fmla="*/ 6209773 h 6858000"/>
              <a:gd name="connsiteX556" fmla="*/ 1119425 w 12198355"/>
              <a:gd name="connsiteY556" fmla="*/ 6211360 h 6858000"/>
              <a:gd name="connsiteX557" fmla="*/ 1124613 w 12198355"/>
              <a:gd name="connsiteY557" fmla="*/ 6211913 h 6858000"/>
              <a:gd name="connsiteX558" fmla="*/ 1129997 w 12198355"/>
              <a:gd name="connsiteY558" fmla="*/ 6211360 h 6858000"/>
              <a:gd name="connsiteX559" fmla="*/ 1135000 w 12198355"/>
              <a:gd name="connsiteY559" fmla="*/ 6209773 h 6858000"/>
              <a:gd name="connsiteX560" fmla="*/ 1139518 w 12198355"/>
              <a:gd name="connsiteY560" fmla="*/ 6207264 h 6858000"/>
              <a:gd name="connsiteX561" fmla="*/ 1143447 w 12198355"/>
              <a:gd name="connsiteY561" fmla="*/ 6203943 h 6858000"/>
              <a:gd name="connsiteX562" fmla="*/ 1146685 w 12198355"/>
              <a:gd name="connsiteY562" fmla="*/ 6199922 h 6858000"/>
              <a:gd name="connsiteX563" fmla="*/ 1149125 w 12198355"/>
              <a:gd name="connsiteY563" fmla="*/ 6195311 h 6858000"/>
              <a:gd name="connsiteX564" fmla="*/ 1150666 w 12198355"/>
              <a:gd name="connsiteY564" fmla="*/ 6190221 h 6858000"/>
              <a:gd name="connsiteX565" fmla="*/ 1151203 w 12198355"/>
              <a:gd name="connsiteY565" fmla="*/ 6184762 h 6858000"/>
              <a:gd name="connsiteX566" fmla="*/ 1150666 w 12198355"/>
              <a:gd name="connsiteY566" fmla="*/ 6179304 h 6858000"/>
              <a:gd name="connsiteX567" fmla="*/ 1149125 w 12198355"/>
              <a:gd name="connsiteY567" fmla="*/ 6174213 h 6858000"/>
              <a:gd name="connsiteX568" fmla="*/ 1146685 w 12198355"/>
              <a:gd name="connsiteY568" fmla="*/ 6169602 h 6858000"/>
              <a:gd name="connsiteX569" fmla="*/ 1143447 w 12198355"/>
              <a:gd name="connsiteY569" fmla="*/ 6165581 h 6858000"/>
              <a:gd name="connsiteX570" fmla="*/ 1139518 w 12198355"/>
              <a:gd name="connsiteY570" fmla="*/ 6162260 h 6858000"/>
              <a:gd name="connsiteX571" fmla="*/ 1135000 w 12198355"/>
              <a:gd name="connsiteY571" fmla="*/ 6159751 h 6858000"/>
              <a:gd name="connsiteX572" fmla="*/ 1129997 w 12198355"/>
              <a:gd name="connsiteY572" fmla="*/ 6158165 h 6858000"/>
              <a:gd name="connsiteX573" fmla="*/ 1124613 w 12198355"/>
              <a:gd name="connsiteY573" fmla="*/ 6157611 h 6858000"/>
              <a:gd name="connsiteX574" fmla="*/ 581250 w 12198355"/>
              <a:gd name="connsiteY574" fmla="*/ 6120863 h 6858000"/>
              <a:gd name="connsiteX575" fmla="*/ 575834 w 12198355"/>
              <a:gd name="connsiteY575" fmla="*/ 6121606 h 6858000"/>
              <a:gd name="connsiteX576" fmla="*/ 570703 w 12198355"/>
              <a:gd name="connsiteY576" fmla="*/ 6123833 h 6858000"/>
              <a:gd name="connsiteX577" fmla="*/ 468377 w 12198355"/>
              <a:gd name="connsiteY577" fmla="*/ 6185889 h 6858000"/>
              <a:gd name="connsiteX578" fmla="*/ 463977 w 12198355"/>
              <a:gd name="connsiteY578" fmla="*/ 6189443 h 6858000"/>
              <a:gd name="connsiteX579" fmla="*/ 460658 w 12198355"/>
              <a:gd name="connsiteY579" fmla="*/ 6193998 h 6858000"/>
              <a:gd name="connsiteX580" fmla="*/ 458562 w 12198355"/>
              <a:gd name="connsiteY580" fmla="*/ 6199295 h 6858000"/>
              <a:gd name="connsiteX581" fmla="*/ 457832 w 12198355"/>
              <a:gd name="connsiteY581" fmla="*/ 6205076 h 6858000"/>
              <a:gd name="connsiteX582" fmla="*/ 457832 w 12198355"/>
              <a:gd name="connsiteY582" fmla="*/ 6329188 h 6858000"/>
              <a:gd name="connsiteX583" fmla="*/ 458562 w 12198355"/>
              <a:gd name="connsiteY583" fmla="*/ 6334969 h 6858000"/>
              <a:gd name="connsiteX584" fmla="*/ 460658 w 12198355"/>
              <a:gd name="connsiteY584" fmla="*/ 6340266 h 6858000"/>
              <a:gd name="connsiteX585" fmla="*/ 463977 w 12198355"/>
              <a:gd name="connsiteY585" fmla="*/ 6344822 h 6858000"/>
              <a:gd name="connsiteX586" fmla="*/ 468378 w 12198355"/>
              <a:gd name="connsiteY586" fmla="*/ 6348377 h 6858000"/>
              <a:gd name="connsiteX587" fmla="*/ 570703 w 12198355"/>
              <a:gd name="connsiteY587" fmla="*/ 6410433 h 6858000"/>
              <a:gd name="connsiteX588" fmla="*/ 575834 w 12198355"/>
              <a:gd name="connsiteY588" fmla="*/ 6412659 h 6858000"/>
              <a:gd name="connsiteX589" fmla="*/ 581250 w 12198355"/>
              <a:gd name="connsiteY589" fmla="*/ 6413401 h 6858000"/>
              <a:gd name="connsiteX590" fmla="*/ 586665 w 12198355"/>
              <a:gd name="connsiteY590" fmla="*/ 6412659 h 6858000"/>
              <a:gd name="connsiteX591" fmla="*/ 591796 w 12198355"/>
              <a:gd name="connsiteY591" fmla="*/ 6410433 h 6858000"/>
              <a:gd name="connsiteX592" fmla="*/ 687555 w 12198355"/>
              <a:gd name="connsiteY592" fmla="*/ 6352359 h 6858000"/>
              <a:gd name="connsiteX593" fmla="*/ 694122 w 12198355"/>
              <a:gd name="connsiteY593" fmla="*/ 6348377 h 6858000"/>
              <a:gd name="connsiteX594" fmla="*/ 698523 w 12198355"/>
              <a:gd name="connsiteY594" fmla="*/ 6344822 h 6858000"/>
              <a:gd name="connsiteX595" fmla="*/ 701842 w 12198355"/>
              <a:gd name="connsiteY595" fmla="*/ 6340266 h 6858000"/>
              <a:gd name="connsiteX596" fmla="*/ 703937 w 12198355"/>
              <a:gd name="connsiteY596" fmla="*/ 6334969 h 6858000"/>
              <a:gd name="connsiteX597" fmla="*/ 704667 w 12198355"/>
              <a:gd name="connsiteY597" fmla="*/ 6329188 h 6858000"/>
              <a:gd name="connsiteX598" fmla="*/ 704667 w 12198355"/>
              <a:gd name="connsiteY598" fmla="*/ 6277512 h 6858000"/>
              <a:gd name="connsiteX599" fmla="*/ 581250 w 12198355"/>
              <a:gd name="connsiteY599" fmla="*/ 6352359 h 6858000"/>
              <a:gd name="connsiteX600" fmla="*/ 512614 w 12198355"/>
              <a:gd name="connsiteY600" fmla="*/ 6310735 h 6858000"/>
              <a:gd name="connsiteX601" fmla="*/ 512651 w 12198355"/>
              <a:gd name="connsiteY601" fmla="*/ 6225511 h 6858000"/>
              <a:gd name="connsiteX602" fmla="*/ 576185 w 12198355"/>
              <a:gd name="connsiteY602" fmla="*/ 6186958 h 6858000"/>
              <a:gd name="connsiteX603" fmla="*/ 578647 w 12198355"/>
              <a:gd name="connsiteY603" fmla="*/ 6185889 h 6858000"/>
              <a:gd name="connsiteX604" fmla="*/ 581250 w 12198355"/>
              <a:gd name="connsiteY604" fmla="*/ 6185532 h 6858000"/>
              <a:gd name="connsiteX605" fmla="*/ 583855 w 12198355"/>
              <a:gd name="connsiteY605" fmla="*/ 6185889 h 6858000"/>
              <a:gd name="connsiteX606" fmla="*/ 586321 w 12198355"/>
              <a:gd name="connsiteY606" fmla="*/ 6186960 h 6858000"/>
              <a:gd name="connsiteX607" fmla="*/ 649885 w 12198355"/>
              <a:gd name="connsiteY607" fmla="*/ 6225509 h 6858000"/>
              <a:gd name="connsiteX608" fmla="*/ 589785 w 12198355"/>
              <a:gd name="connsiteY608" fmla="*/ 6261958 h 6858000"/>
              <a:gd name="connsiteX609" fmla="*/ 585633 w 12198355"/>
              <a:gd name="connsiteY609" fmla="*/ 6263759 h 6858000"/>
              <a:gd name="connsiteX610" fmla="*/ 581250 w 12198355"/>
              <a:gd name="connsiteY610" fmla="*/ 6264359 h 6858000"/>
              <a:gd name="connsiteX611" fmla="*/ 576868 w 12198355"/>
              <a:gd name="connsiteY611" fmla="*/ 6263758 h 6858000"/>
              <a:gd name="connsiteX612" fmla="*/ 572716 w 12198355"/>
              <a:gd name="connsiteY612" fmla="*/ 6261956 h 6858000"/>
              <a:gd name="connsiteX613" fmla="*/ 529723 w 12198355"/>
              <a:gd name="connsiteY613" fmla="*/ 6235870 h 6858000"/>
              <a:gd name="connsiteX614" fmla="*/ 529693 w 12198355"/>
              <a:gd name="connsiteY614" fmla="*/ 6300334 h 6858000"/>
              <a:gd name="connsiteX615" fmla="*/ 581250 w 12198355"/>
              <a:gd name="connsiteY615" fmla="*/ 6331602 h 6858000"/>
              <a:gd name="connsiteX616" fmla="*/ 692128 w 12198355"/>
              <a:gd name="connsiteY616" fmla="*/ 6264359 h 6858000"/>
              <a:gd name="connsiteX617" fmla="*/ 704667 w 12198355"/>
              <a:gd name="connsiteY617" fmla="*/ 6256755 h 6858000"/>
              <a:gd name="connsiteX618" fmla="*/ 704667 w 12198355"/>
              <a:gd name="connsiteY618" fmla="*/ 6205076 h 6858000"/>
              <a:gd name="connsiteX619" fmla="*/ 703937 w 12198355"/>
              <a:gd name="connsiteY619" fmla="*/ 6199295 h 6858000"/>
              <a:gd name="connsiteX620" fmla="*/ 701842 w 12198355"/>
              <a:gd name="connsiteY620" fmla="*/ 6193998 h 6858000"/>
              <a:gd name="connsiteX621" fmla="*/ 698523 w 12198355"/>
              <a:gd name="connsiteY621" fmla="*/ 6189443 h 6858000"/>
              <a:gd name="connsiteX622" fmla="*/ 694122 w 12198355"/>
              <a:gd name="connsiteY622" fmla="*/ 6185888 h 6858000"/>
              <a:gd name="connsiteX623" fmla="*/ 693534 w 12198355"/>
              <a:gd name="connsiteY623" fmla="*/ 6185532 h 6858000"/>
              <a:gd name="connsiteX624" fmla="*/ 591796 w 12198355"/>
              <a:gd name="connsiteY624" fmla="*/ 6123833 h 6858000"/>
              <a:gd name="connsiteX625" fmla="*/ 586665 w 12198355"/>
              <a:gd name="connsiteY625" fmla="*/ 6121606 h 6858000"/>
              <a:gd name="connsiteX626" fmla="*/ 581250 w 12198355"/>
              <a:gd name="connsiteY626" fmla="*/ 6120863 h 6858000"/>
              <a:gd name="connsiteX627" fmla="*/ 0 w 12198355"/>
              <a:gd name="connsiteY627" fmla="*/ 0 h 6858000"/>
              <a:gd name="connsiteX628" fmla="*/ 12188825 w 12198355"/>
              <a:gd name="connsiteY628" fmla="*/ 0 h 6858000"/>
              <a:gd name="connsiteX629" fmla="*/ 12198355 w 12198355"/>
              <a:gd name="connsiteY629" fmla="*/ 6858000 h 6858000"/>
              <a:gd name="connsiteX630" fmla="*/ 0 w 12198355"/>
              <a:gd name="connsiteY630" fmla="*/ 6858000 h 6858000"/>
              <a:gd name="connsiteX631" fmla="*/ 0 w 12198355"/>
              <a:gd name="connsiteY631" fmla="*/ 0 h 6858000"/>
              <a:gd name="connsiteX0" fmla="*/ 1007893 w 12199272"/>
              <a:gd name="connsiteY0" fmla="*/ 6269265 h 6858000"/>
              <a:gd name="connsiteX1" fmla="*/ 1012666 w 12199272"/>
              <a:gd name="connsiteY1" fmla="*/ 6269568 h 6858000"/>
              <a:gd name="connsiteX2" fmla="*/ 1017275 w 12199272"/>
              <a:gd name="connsiteY2" fmla="*/ 6270481 h 6858000"/>
              <a:gd name="connsiteX3" fmla="*/ 1021659 w 12199272"/>
              <a:gd name="connsiteY3" fmla="*/ 6272007 h 6858000"/>
              <a:gd name="connsiteX4" fmla="*/ 1025757 w 12199272"/>
              <a:gd name="connsiteY4" fmla="*/ 6274150 h 6858000"/>
              <a:gd name="connsiteX5" fmla="*/ 1029507 w 12199272"/>
              <a:gd name="connsiteY5" fmla="*/ 6276915 h 6858000"/>
              <a:gd name="connsiteX6" fmla="*/ 1032848 w 12199272"/>
              <a:gd name="connsiteY6" fmla="*/ 6280306 h 6858000"/>
              <a:gd name="connsiteX7" fmla="*/ 1035719 w 12199272"/>
              <a:gd name="connsiteY7" fmla="*/ 6284326 h 6858000"/>
              <a:gd name="connsiteX8" fmla="*/ 1038059 w 12199272"/>
              <a:gd name="connsiteY8" fmla="*/ 6288981 h 6858000"/>
              <a:gd name="connsiteX9" fmla="*/ 1039806 w 12199272"/>
              <a:gd name="connsiteY9" fmla="*/ 6294273 h 6858000"/>
              <a:gd name="connsiteX10" fmla="*/ 1040899 w 12199272"/>
              <a:gd name="connsiteY10" fmla="*/ 6300208 h 6858000"/>
              <a:gd name="connsiteX11" fmla="*/ 1041277 w 12199272"/>
              <a:gd name="connsiteY11" fmla="*/ 6306788 h 6858000"/>
              <a:gd name="connsiteX12" fmla="*/ 1040899 w 12199272"/>
              <a:gd name="connsiteY12" fmla="*/ 6313376 h 6858000"/>
              <a:gd name="connsiteX13" fmla="*/ 1039806 w 12199272"/>
              <a:gd name="connsiteY13" fmla="*/ 6319330 h 6858000"/>
              <a:gd name="connsiteX14" fmla="*/ 1038059 w 12199272"/>
              <a:gd name="connsiteY14" fmla="*/ 6324652 h 6858000"/>
              <a:gd name="connsiteX15" fmla="*/ 1035719 w 12199272"/>
              <a:gd name="connsiteY15" fmla="*/ 6329342 h 6858000"/>
              <a:gd name="connsiteX16" fmla="*/ 1032848 w 12199272"/>
              <a:gd name="connsiteY16" fmla="*/ 6333403 h 6858000"/>
              <a:gd name="connsiteX17" fmla="*/ 1029507 w 12199272"/>
              <a:gd name="connsiteY17" fmla="*/ 6336835 h 6858000"/>
              <a:gd name="connsiteX18" fmla="*/ 1025757 w 12199272"/>
              <a:gd name="connsiteY18" fmla="*/ 6339641 h 6858000"/>
              <a:gd name="connsiteX19" fmla="*/ 1021659 w 12199272"/>
              <a:gd name="connsiteY19" fmla="*/ 6341820 h 6858000"/>
              <a:gd name="connsiteX20" fmla="*/ 1017275 w 12199272"/>
              <a:gd name="connsiteY20" fmla="*/ 6343375 h 6858000"/>
              <a:gd name="connsiteX21" fmla="*/ 1012666 w 12199272"/>
              <a:gd name="connsiteY21" fmla="*/ 6344307 h 6858000"/>
              <a:gd name="connsiteX22" fmla="*/ 1007893 w 12199272"/>
              <a:gd name="connsiteY22" fmla="*/ 6344618 h 6858000"/>
              <a:gd name="connsiteX23" fmla="*/ 1003193 w 12199272"/>
              <a:gd name="connsiteY23" fmla="*/ 6344300 h 6858000"/>
              <a:gd name="connsiteX24" fmla="*/ 998645 w 12199272"/>
              <a:gd name="connsiteY24" fmla="*/ 6343350 h 6858000"/>
              <a:gd name="connsiteX25" fmla="*/ 994309 w 12199272"/>
              <a:gd name="connsiteY25" fmla="*/ 6341771 h 6858000"/>
              <a:gd name="connsiteX26" fmla="*/ 990249 w 12199272"/>
              <a:gd name="connsiteY26" fmla="*/ 6339564 h 6858000"/>
              <a:gd name="connsiteX27" fmla="*/ 986527 w 12199272"/>
              <a:gd name="connsiteY27" fmla="*/ 6336732 h 6858000"/>
              <a:gd name="connsiteX28" fmla="*/ 983207 w 12199272"/>
              <a:gd name="connsiteY28" fmla="*/ 6333280 h 6858000"/>
              <a:gd name="connsiteX29" fmla="*/ 980349 w 12199272"/>
              <a:gd name="connsiteY29" fmla="*/ 6329208 h 6858000"/>
              <a:gd name="connsiteX30" fmla="*/ 978018 w 12199272"/>
              <a:gd name="connsiteY30" fmla="*/ 6324520 h 6858000"/>
              <a:gd name="connsiteX31" fmla="*/ 976275 w 12199272"/>
              <a:gd name="connsiteY31" fmla="*/ 6319219 h 6858000"/>
              <a:gd name="connsiteX32" fmla="*/ 975184 w 12199272"/>
              <a:gd name="connsiteY32" fmla="*/ 6313308 h 6858000"/>
              <a:gd name="connsiteX33" fmla="*/ 974806 w 12199272"/>
              <a:gd name="connsiteY33" fmla="*/ 6306788 h 6858000"/>
              <a:gd name="connsiteX34" fmla="*/ 975184 w 12199272"/>
              <a:gd name="connsiteY34" fmla="*/ 6300208 h 6858000"/>
              <a:gd name="connsiteX35" fmla="*/ 976275 w 12199272"/>
              <a:gd name="connsiteY35" fmla="*/ 6294273 h 6858000"/>
              <a:gd name="connsiteX36" fmla="*/ 978018 w 12199272"/>
              <a:gd name="connsiteY36" fmla="*/ 6288981 h 6858000"/>
              <a:gd name="connsiteX37" fmla="*/ 980349 w 12199272"/>
              <a:gd name="connsiteY37" fmla="*/ 6284326 h 6858000"/>
              <a:gd name="connsiteX38" fmla="*/ 983207 w 12199272"/>
              <a:gd name="connsiteY38" fmla="*/ 6280306 h 6858000"/>
              <a:gd name="connsiteX39" fmla="*/ 986527 w 12199272"/>
              <a:gd name="connsiteY39" fmla="*/ 6276915 h 6858000"/>
              <a:gd name="connsiteX40" fmla="*/ 990249 w 12199272"/>
              <a:gd name="connsiteY40" fmla="*/ 6274150 h 6858000"/>
              <a:gd name="connsiteX41" fmla="*/ 994309 w 12199272"/>
              <a:gd name="connsiteY41" fmla="*/ 6272007 h 6858000"/>
              <a:gd name="connsiteX42" fmla="*/ 998645 w 12199272"/>
              <a:gd name="connsiteY42" fmla="*/ 6270481 h 6858000"/>
              <a:gd name="connsiteX43" fmla="*/ 1003193 w 12199272"/>
              <a:gd name="connsiteY43" fmla="*/ 6269568 h 6858000"/>
              <a:gd name="connsiteX44" fmla="*/ 1007893 w 12199272"/>
              <a:gd name="connsiteY44" fmla="*/ 6269265 h 6858000"/>
              <a:gd name="connsiteX45" fmla="*/ 1349948 w 12199272"/>
              <a:gd name="connsiteY45" fmla="*/ 6269264 h 6858000"/>
              <a:gd name="connsiteX46" fmla="*/ 1354581 w 12199272"/>
              <a:gd name="connsiteY46" fmla="*/ 6269561 h 6858000"/>
              <a:gd name="connsiteX47" fmla="*/ 1359089 w 12199272"/>
              <a:gd name="connsiteY47" fmla="*/ 6270455 h 6858000"/>
              <a:gd name="connsiteX48" fmla="*/ 1363405 w 12199272"/>
              <a:gd name="connsiteY48" fmla="*/ 6271956 h 6858000"/>
              <a:gd name="connsiteX49" fmla="*/ 1367462 w 12199272"/>
              <a:gd name="connsiteY49" fmla="*/ 6274072 h 6858000"/>
              <a:gd name="connsiteX50" fmla="*/ 1371195 w 12199272"/>
              <a:gd name="connsiteY50" fmla="*/ 6276811 h 6858000"/>
              <a:gd name="connsiteX51" fmla="*/ 1374536 w 12199272"/>
              <a:gd name="connsiteY51" fmla="*/ 6280181 h 6858000"/>
              <a:gd name="connsiteX52" fmla="*/ 1377418 w 12199272"/>
              <a:gd name="connsiteY52" fmla="*/ 6284190 h 6858000"/>
              <a:gd name="connsiteX53" fmla="*/ 1379777 w 12199272"/>
              <a:gd name="connsiteY53" fmla="*/ 6288848 h 6858000"/>
              <a:gd name="connsiteX54" fmla="*/ 1381543 w 12199272"/>
              <a:gd name="connsiteY54" fmla="*/ 6294161 h 6858000"/>
              <a:gd name="connsiteX55" fmla="*/ 1382652 w 12199272"/>
              <a:gd name="connsiteY55" fmla="*/ 6300138 h 6858000"/>
              <a:gd name="connsiteX56" fmla="*/ 1383037 w 12199272"/>
              <a:gd name="connsiteY56" fmla="*/ 6306788 h 6858000"/>
              <a:gd name="connsiteX57" fmla="*/ 1382652 w 12199272"/>
              <a:gd name="connsiteY57" fmla="*/ 6313445 h 6858000"/>
              <a:gd name="connsiteX58" fmla="*/ 1381543 w 12199272"/>
              <a:gd name="connsiteY58" fmla="*/ 6319442 h 6858000"/>
              <a:gd name="connsiteX59" fmla="*/ 1379777 w 12199272"/>
              <a:gd name="connsiteY59" fmla="*/ 6324784 h 6858000"/>
              <a:gd name="connsiteX60" fmla="*/ 1377418 w 12199272"/>
              <a:gd name="connsiteY60" fmla="*/ 6329478 h 6858000"/>
              <a:gd name="connsiteX61" fmla="*/ 1374536 w 12199272"/>
              <a:gd name="connsiteY61" fmla="*/ 6333527 h 6858000"/>
              <a:gd name="connsiteX62" fmla="*/ 1371195 w 12199272"/>
              <a:gd name="connsiteY62" fmla="*/ 6336939 h 6858000"/>
              <a:gd name="connsiteX63" fmla="*/ 1367462 w 12199272"/>
              <a:gd name="connsiteY63" fmla="*/ 6339718 h 6858000"/>
              <a:gd name="connsiteX64" fmla="*/ 1363405 w 12199272"/>
              <a:gd name="connsiteY64" fmla="*/ 6341869 h 6858000"/>
              <a:gd name="connsiteX65" fmla="*/ 1359089 w 12199272"/>
              <a:gd name="connsiteY65" fmla="*/ 6343400 h 6858000"/>
              <a:gd name="connsiteX66" fmla="*/ 1354581 w 12199272"/>
              <a:gd name="connsiteY66" fmla="*/ 6344314 h 6858000"/>
              <a:gd name="connsiteX67" fmla="*/ 1349948 w 12199272"/>
              <a:gd name="connsiteY67" fmla="*/ 6344617 h 6858000"/>
              <a:gd name="connsiteX68" fmla="*/ 1345382 w 12199272"/>
              <a:gd name="connsiteY68" fmla="*/ 6344307 h 6858000"/>
              <a:gd name="connsiteX69" fmla="*/ 1340916 w 12199272"/>
              <a:gd name="connsiteY69" fmla="*/ 6343375 h 6858000"/>
              <a:gd name="connsiteX70" fmla="*/ 1336620 w 12199272"/>
              <a:gd name="connsiteY70" fmla="*/ 6341820 h 6858000"/>
              <a:gd name="connsiteX71" fmla="*/ 1332565 w 12199272"/>
              <a:gd name="connsiteY71" fmla="*/ 6339640 h 6858000"/>
              <a:gd name="connsiteX72" fmla="*/ 1328822 w 12199272"/>
              <a:gd name="connsiteY72" fmla="*/ 6336835 h 6858000"/>
              <a:gd name="connsiteX73" fmla="*/ 1325461 w 12199272"/>
              <a:gd name="connsiteY73" fmla="*/ 6333403 h 6858000"/>
              <a:gd name="connsiteX74" fmla="*/ 1322553 w 12199272"/>
              <a:gd name="connsiteY74" fmla="*/ 6329343 h 6858000"/>
              <a:gd name="connsiteX75" fmla="*/ 1320168 w 12199272"/>
              <a:gd name="connsiteY75" fmla="*/ 6324652 h 6858000"/>
              <a:gd name="connsiteX76" fmla="*/ 1318378 w 12199272"/>
              <a:gd name="connsiteY76" fmla="*/ 6319330 h 6858000"/>
              <a:gd name="connsiteX77" fmla="*/ 1317251 w 12199272"/>
              <a:gd name="connsiteY77" fmla="*/ 6313376 h 6858000"/>
              <a:gd name="connsiteX78" fmla="*/ 1316860 w 12199272"/>
              <a:gd name="connsiteY78" fmla="*/ 6306788 h 6858000"/>
              <a:gd name="connsiteX79" fmla="*/ 1317251 w 12199272"/>
              <a:gd name="connsiteY79" fmla="*/ 6300138 h 6858000"/>
              <a:gd name="connsiteX80" fmla="*/ 1318378 w 12199272"/>
              <a:gd name="connsiteY80" fmla="*/ 6294161 h 6858000"/>
              <a:gd name="connsiteX81" fmla="*/ 1320168 w 12199272"/>
              <a:gd name="connsiteY81" fmla="*/ 6288848 h 6858000"/>
              <a:gd name="connsiteX82" fmla="*/ 1322553 w 12199272"/>
              <a:gd name="connsiteY82" fmla="*/ 6284190 h 6858000"/>
              <a:gd name="connsiteX83" fmla="*/ 1325461 w 12199272"/>
              <a:gd name="connsiteY83" fmla="*/ 6280181 h 6858000"/>
              <a:gd name="connsiteX84" fmla="*/ 1328822 w 12199272"/>
              <a:gd name="connsiteY84" fmla="*/ 6276811 h 6858000"/>
              <a:gd name="connsiteX85" fmla="*/ 1332565 w 12199272"/>
              <a:gd name="connsiteY85" fmla="*/ 6274072 h 6858000"/>
              <a:gd name="connsiteX86" fmla="*/ 1336620 w 12199272"/>
              <a:gd name="connsiteY86" fmla="*/ 6271956 h 6858000"/>
              <a:gd name="connsiteX87" fmla="*/ 1340916 w 12199272"/>
              <a:gd name="connsiteY87" fmla="*/ 6270455 h 6858000"/>
              <a:gd name="connsiteX88" fmla="*/ 1345382 w 12199272"/>
              <a:gd name="connsiteY88" fmla="*/ 6269561 h 6858000"/>
              <a:gd name="connsiteX89" fmla="*/ 1349948 w 12199272"/>
              <a:gd name="connsiteY89" fmla="*/ 6269264 h 6858000"/>
              <a:gd name="connsiteX90" fmla="*/ 1106434 w 12199272"/>
              <a:gd name="connsiteY90" fmla="*/ 6231132 h 6858000"/>
              <a:gd name="connsiteX91" fmla="*/ 1104886 w 12199272"/>
              <a:gd name="connsiteY91" fmla="*/ 6231455 h 6858000"/>
              <a:gd name="connsiteX92" fmla="*/ 1103622 w 12199272"/>
              <a:gd name="connsiteY92" fmla="*/ 6232335 h 6858000"/>
              <a:gd name="connsiteX93" fmla="*/ 1102769 w 12199272"/>
              <a:gd name="connsiteY93" fmla="*/ 6233641 h 6858000"/>
              <a:gd name="connsiteX94" fmla="*/ 1102457 w 12199272"/>
              <a:gd name="connsiteY94" fmla="*/ 6235239 h 6858000"/>
              <a:gd name="connsiteX95" fmla="*/ 1102457 w 12199272"/>
              <a:gd name="connsiteY95" fmla="*/ 6378643 h 6858000"/>
              <a:gd name="connsiteX96" fmla="*/ 1102769 w 12199272"/>
              <a:gd name="connsiteY96" fmla="*/ 6380242 h 6858000"/>
              <a:gd name="connsiteX97" fmla="*/ 1103622 w 12199272"/>
              <a:gd name="connsiteY97" fmla="*/ 6381547 h 6858000"/>
              <a:gd name="connsiteX98" fmla="*/ 1104886 w 12199272"/>
              <a:gd name="connsiteY98" fmla="*/ 6382427 h 6858000"/>
              <a:gd name="connsiteX99" fmla="*/ 1106434 w 12199272"/>
              <a:gd name="connsiteY99" fmla="*/ 6382750 h 6858000"/>
              <a:gd name="connsiteX100" fmla="*/ 1143384 w 12199272"/>
              <a:gd name="connsiteY100" fmla="*/ 6382750 h 6858000"/>
              <a:gd name="connsiteX101" fmla="*/ 1144932 w 12199272"/>
              <a:gd name="connsiteY101" fmla="*/ 6382427 h 6858000"/>
              <a:gd name="connsiteX102" fmla="*/ 1146197 w 12199272"/>
              <a:gd name="connsiteY102" fmla="*/ 6381547 h 6858000"/>
              <a:gd name="connsiteX103" fmla="*/ 1147050 w 12199272"/>
              <a:gd name="connsiteY103" fmla="*/ 6380242 h 6858000"/>
              <a:gd name="connsiteX104" fmla="*/ 1147362 w 12199272"/>
              <a:gd name="connsiteY104" fmla="*/ 6378643 h 6858000"/>
              <a:gd name="connsiteX105" fmla="*/ 1147362 w 12199272"/>
              <a:gd name="connsiteY105" fmla="*/ 6235239 h 6858000"/>
              <a:gd name="connsiteX106" fmla="*/ 1147050 w 12199272"/>
              <a:gd name="connsiteY106" fmla="*/ 6233641 h 6858000"/>
              <a:gd name="connsiteX107" fmla="*/ 1146197 w 12199272"/>
              <a:gd name="connsiteY107" fmla="*/ 6232335 h 6858000"/>
              <a:gd name="connsiteX108" fmla="*/ 1144932 w 12199272"/>
              <a:gd name="connsiteY108" fmla="*/ 6231455 h 6858000"/>
              <a:gd name="connsiteX109" fmla="*/ 1143384 w 12199272"/>
              <a:gd name="connsiteY109" fmla="*/ 6231132 h 6858000"/>
              <a:gd name="connsiteX110" fmla="*/ 1106434 w 12199272"/>
              <a:gd name="connsiteY110" fmla="*/ 6231132 h 6858000"/>
              <a:gd name="connsiteX111" fmla="*/ 1254739 w 12199272"/>
              <a:gd name="connsiteY111" fmla="*/ 6229607 h 6858000"/>
              <a:gd name="connsiteX112" fmla="*/ 1250024 w 12199272"/>
              <a:gd name="connsiteY112" fmla="*/ 6229850 h 6858000"/>
              <a:gd name="connsiteX113" fmla="*/ 1244879 w 12199272"/>
              <a:gd name="connsiteY113" fmla="*/ 6230637 h 6858000"/>
              <a:gd name="connsiteX114" fmla="*/ 1239513 w 12199272"/>
              <a:gd name="connsiteY114" fmla="*/ 6232052 h 6858000"/>
              <a:gd name="connsiteX115" fmla="*/ 1234133 w 12199272"/>
              <a:gd name="connsiteY115" fmla="*/ 6234183 h 6858000"/>
              <a:gd name="connsiteX116" fmla="*/ 1228947 w 12199272"/>
              <a:gd name="connsiteY116" fmla="*/ 6237114 h 6858000"/>
              <a:gd name="connsiteX117" fmla="*/ 1224162 w 12199272"/>
              <a:gd name="connsiteY117" fmla="*/ 6240933 h 6858000"/>
              <a:gd name="connsiteX118" fmla="*/ 1219987 w 12199272"/>
              <a:gd name="connsiteY118" fmla="*/ 6245723 h 6858000"/>
              <a:gd name="connsiteX119" fmla="*/ 1216628 w 12199272"/>
              <a:gd name="connsiteY119" fmla="*/ 6251572 h 6858000"/>
              <a:gd name="connsiteX120" fmla="*/ 1216628 w 12199272"/>
              <a:gd name="connsiteY120" fmla="*/ 6235238 h 6858000"/>
              <a:gd name="connsiteX121" fmla="*/ 1216316 w 12199272"/>
              <a:gd name="connsiteY121" fmla="*/ 6233640 h 6858000"/>
              <a:gd name="connsiteX122" fmla="*/ 1215463 w 12199272"/>
              <a:gd name="connsiteY122" fmla="*/ 6232335 h 6858000"/>
              <a:gd name="connsiteX123" fmla="*/ 1214199 w 12199272"/>
              <a:gd name="connsiteY123" fmla="*/ 6231454 h 6858000"/>
              <a:gd name="connsiteX124" fmla="*/ 1212650 w 12199272"/>
              <a:gd name="connsiteY124" fmla="*/ 6231132 h 6858000"/>
              <a:gd name="connsiteX125" fmla="*/ 1177178 w 12199272"/>
              <a:gd name="connsiteY125" fmla="*/ 6231132 h 6858000"/>
              <a:gd name="connsiteX126" fmla="*/ 1175630 w 12199272"/>
              <a:gd name="connsiteY126" fmla="*/ 6231454 h 6858000"/>
              <a:gd name="connsiteX127" fmla="*/ 1174366 w 12199272"/>
              <a:gd name="connsiteY127" fmla="*/ 6232335 h 6858000"/>
              <a:gd name="connsiteX128" fmla="*/ 1173513 w 12199272"/>
              <a:gd name="connsiteY128" fmla="*/ 6233640 h 6858000"/>
              <a:gd name="connsiteX129" fmla="*/ 1173201 w 12199272"/>
              <a:gd name="connsiteY129" fmla="*/ 6235238 h 6858000"/>
              <a:gd name="connsiteX130" fmla="*/ 1173201 w 12199272"/>
              <a:gd name="connsiteY130" fmla="*/ 6378642 h 6858000"/>
              <a:gd name="connsiteX131" fmla="*/ 1173513 w 12199272"/>
              <a:gd name="connsiteY131" fmla="*/ 6380242 h 6858000"/>
              <a:gd name="connsiteX132" fmla="*/ 1174366 w 12199272"/>
              <a:gd name="connsiteY132" fmla="*/ 6381548 h 6858000"/>
              <a:gd name="connsiteX133" fmla="*/ 1175630 w 12199272"/>
              <a:gd name="connsiteY133" fmla="*/ 6382428 h 6858000"/>
              <a:gd name="connsiteX134" fmla="*/ 1177178 w 12199272"/>
              <a:gd name="connsiteY134" fmla="*/ 6382751 h 6858000"/>
              <a:gd name="connsiteX135" fmla="*/ 1214127 w 12199272"/>
              <a:gd name="connsiteY135" fmla="*/ 6382751 h 6858000"/>
              <a:gd name="connsiteX136" fmla="*/ 1215676 w 12199272"/>
              <a:gd name="connsiteY136" fmla="*/ 6382428 h 6858000"/>
              <a:gd name="connsiteX137" fmla="*/ 1216940 w 12199272"/>
              <a:gd name="connsiteY137" fmla="*/ 6381548 h 6858000"/>
              <a:gd name="connsiteX138" fmla="*/ 1217792 w 12199272"/>
              <a:gd name="connsiteY138" fmla="*/ 6380242 h 6858000"/>
              <a:gd name="connsiteX139" fmla="*/ 1218105 w 12199272"/>
              <a:gd name="connsiteY139" fmla="*/ 6378642 h 6858000"/>
              <a:gd name="connsiteX140" fmla="*/ 1218105 w 12199272"/>
              <a:gd name="connsiteY140" fmla="*/ 6316549 h 6858000"/>
              <a:gd name="connsiteX141" fmla="*/ 1218497 w 12199272"/>
              <a:gd name="connsiteY141" fmla="*/ 6308781 h 6858000"/>
              <a:gd name="connsiteX142" fmla="*/ 1219630 w 12199272"/>
              <a:gd name="connsiteY142" fmla="*/ 6301926 h 6858000"/>
              <a:gd name="connsiteX143" fmla="*/ 1221437 w 12199272"/>
              <a:gd name="connsiteY143" fmla="*/ 6295946 h 6858000"/>
              <a:gd name="connsiteX144" fmla="*/ 1223855 w 12199272"/>
              <a:gd name="connsiteY144" fmla="*/ 6290807 h 6858000"/>
              <a:gd name="connsiteX145" fmla="*/ 1226817 w 12199272"/>
              <a:gd name="connsiteY145" fmla="*/ 6286470 h 6858000"/>
              <a:gd name="connsiteX146" fmla="*/ 1230259 w 12199272"/>
              <a:gd name="connsiteY146" fmla="*/ 6282901 h 6858000"/>
              <a:gd name="connsiteX147" fmla="*/ 1234115 w 12199272"/>
              <a:gd name="connsiteY147" fmla="*/ 6280062 h 6858000"/>
              <a:gd name="connsiteX148" fmla="*/ 1238320 w 12199272"/>
              <a:gd name="connsiteY148" fmla="*/ 6277917 h 6858000"/>
              <a:gd name="connsiteX149" fmla="*/ 1242809 w 12199272"/>
              <a:gd name="connsiteY149" fmla="*/ 6276430 h 6858000"/>
              <a:gd name="connsiteX150" fmla="*/ 1247516 w 12199272"/>
              <a:gd name="connsiteY150" fmla="*/ 6275565 h 6858000"/>
              <a:gd name="connsiteX151" fmla="*/ 1252376 w 12199272"/>
              <a:gd name="connsiteY151" fmla="*/ 6275284 h 6858000"/>
              <a:gd name="connsiteX152" fmla="*/ 1254599 w 12199272"/>
              <a:gd name="connsiteY152" fmla="*/ 6275312 h 6858000"/>
              <a:gd name="connsiteX153" fmla="*/ 1256730 w 12199272"/>
              <a:gd name="connsiteY153" fmla="*/ 6275402 h 6858000"/>
              <a:gd name="connsiteX154" fmla="*/ 1258821 w 12199272"/>
              <a:gd name="connsiteY154" fmla="*/ 6275565 h 6858000"/>
              <a:gd name="connsiteX155" fmla="*/ 1260894 w 12199272"/>
              <a:gd name="connsiteY155" fmla="*/ 6275809 h 6858000"/>
              <a:gd name="connsiteX156" fmla="*/ 1262471 w 12199272"/>
              <a:gd name="connsiteY156" fmla="*/ 6275713 h 6858000"/>
              <a:gd name="connsiteX157" fmla="*/ 1263347 w 12199272"/>
              <a:gd name="connsiteY157" fmla="*/ 6275284 h 6858000"/>
              <a:gd name="connsiteX158" fmla="*/ 1263848 w 12199272"/>
              <a:gd name="connsiteY158" fmla="*/ 6275039 h 6858000"/>
              <a:gd name="connsiteX159" fmla="*/ 1264877 w 12199272"/>
              <a:gd name="connsiteY159" fmla="*/ 6273889 h 6858000"/>
              <a:gd name="connsiteX160" fmla="*/ 1265415 w 12199272"/>
              <a:gd name="connsiteY160" fmla="*/ 6272363 h 6858000"/>
              <a:gd name="connsiteX161" fmla="*/ 1268444 w 12199272"/>
              <a:gd name="connsiteY161" fmla="*/ 6251572 h 6858000"/>
              <a:gd name="connsiteX162" fmla="*/ 1270750 w 12199272"/>
              <a:gd name="connsiteY162" fmla="*/ 6235738 h 6858000"/>
              <a:gd name="connsiteX163" fmla="*/ 1270687 w 12199272"/>
              <a:gd name="connsiteY163" fmla="*/ 6234167 h 6858000"/>
              <a:gd name="connsiteX164" fmla="*/ 1264312 w 12199272"/>
              <a:gd name="connsiteY164" fmla="*/ 6230481 h 6858000"/>
              <a:gd name="connsiteX165" fmla="*/ 1257574 w 12199272"/>
              <a:gd name="connsiteY165" fmla="*/ 6229712 h 6858000"/>
              <a:gd name="connsiteX166" fmla="*/ 1254739 w 12199272"/>
              <a:gd name="connsiteY166" fmla="*/ 6229607 h 6858000"/>
              <a:gd name="connsiteX167" fmla="*/ 1017052 w 12199272"/>
              <a:gd name="connsiteY167" fmla="*/ 6227471 h 6858000"/>
              <a:gd name="connsiteX168" fmla="*/ 1010253 w 12199272"/>
              <a:gd name="connsiteY168" fmla="*/ 6227809 h 6858000"/>
              <a:gd name="connsiteX169" fmla="*/ 1003864 w 12199272"/>
              <a:gd name="connsiteY169" fmla="*/ 6228772 h 6858000"/>
              <a:gd name="connsiteX170" fmla="*/ 997926 w 12199272"/>
              <a:gd name="connsiteY170" fmla="*/ 6230284 h 6858000"/>
              <a:gd name="connsiteX171" fmla="*/ 992476 w 12199272"/>
              <a:gd name="connsiteY171" fmla="*/ 6232272 h 6858000"/>
              <a:gd name="connsiteX172" fmla="*/ 987553 w 12199272"/>
              <a:gd name="connsiteY172" fmla="*/ 6234658 h 6858000"/>
              <a:gd name="connsiteX173" fmla="*/ 983198 w 12199272"/>
              <a:gd name="connsiteY173" fmla="*/ 6237369 h 6858000"/>
              <a:gd name="connsiteX174" fmla="*/ 979447 w 12199272"/>
              <a:gd name="connsiteY174" fmla="*/ 6240328 h 6858000"/>
              <a:gd name="connsiteX175" fmla="*/ 973919 w 12199272"/>
              <a:gd name="connsiteY175" fmla="*/ 6246690 h 6858000"/>
              <a:gd name="connsiteX176" fmla="*/ 973919 w 12199272"/>
              <a:gd name="connsiteY176" fmla="*/ 6235238 h 6858000"/>
              <a:gd name="connsiteX177" fmla="*/ 973606 w 12199272"/>
              <a:gd name="connsiteY177" fmla="*/ 6233640 h 6858000"/>
              <a:gd name="connsiteX178" fmla="*/ 972754 w 12199272"/>
              <a:gd name="connsiteY178" fmla="*/ 6232335 h 6858000"/>
              <a:gd name="connsiteX179" fmla="*/ 971489 w 12199272"/>
              <a:gd name="connsiteY179" fmla="*/ 6231454 h 6858000"/>
              <a:gd name="connsiteX180" fmla="*/ 969940 w 12199272"/>
              <a:gd name="connsiteY180" fmla="*/ 6231132 h 6858000"/>
              <a:gd name="connsiteX181" fmla="*/ 934469 w 12199272"/>
              <a:gd name="connsiteY181" fmla="*/ 6231132 h 6858000"/>
              <a:gd name="connsiteX182" fmla="*/ 932920 w 12199272"/>
              <a:gd name="connsiteY182" fmla="*/ 6231454 h 6858000"/>
              <a:gd name="connsiteX183" fmla="*/ 931655 w 12199272"/>
              <a:gd name="connsiteY183" fmla="*/ 6232335 h 6858000"/>
              <a:gd name="connsiteX184" fmla="*/ 930803 w 12199272"/>
              <a:gd name="connsiteY184" fmla="*/ 6233640 h 6858000"/>
              <a:gd name="connsiteX185" fmla="*/ 930490 w 12199272"/>
              <a:gd name="connsiteY185" fmla="*/ 6235238 h 6858000"/>
              <a:gd name="connsiteX186" fmla="*/ 930490 w 12199272"/>
              <a:gd name="connsiteY186" fmla="*/ 6436605 h 6858000"/>
              <a:gd name="connsiteX187" fmla="*/ 930803 w 12199272"/>
              <a:gd name="connsiteY187" fmla="*/ 6438204 h 6858000"/>
              <a:gd name="connsiteX188" fmla="*/ 931655 w 12199272"/>
              <a:gd name="connsiteY188" fmla="*/ 6439509 h 6858000"/>
              <a:gd name="connsiteX189" fmla="*/ 932920 w 12199272"/>
              <a:gd name="connsiteY189" fmla="*/ 6440389 h 6858000"/>
              <a:gd name="connsiteX190" fmla="*/ 934469 w 12199272"/>
              <a:gd name="connsiteY190" fmla="*/ 6440712 h 6858000"/>
              <a:gd name="connsiteX191" fmla="*/ 971418 w 12199272"/>
              <a:gd name="connsiteY191" fmla="*/ 6440712 h 6858000"/>
              <a:gd name="connsiteX192" fmla="*/ 972966 w 12199272"/>
              <a:gd name="connsiteY192" fmla="*/ 6440389 h 6858000"/>
              <a:gd name="connsiteX193" fmla="*/ 974230 w 12199272"/>
              <a:gd name="connsiteY193" fmla="*/ 6439509 h 6858000"/>
              <a:gd name="connsiteX194" fmla="*/ 975083 w 12199272"/>
              <a:gd name="connsiteY194" fmla="*/ 6438204 h 6858000"/>
              <a:gd name="connsiteX195" fmla="*/ 975395 w 12199272"/>
              <a:gd name="connsiteY195" fmla="*/ 6436605 h 6858000"/>
              <a:gd name="connsiteX196" fmla="*/ 975395 w 12199272"/>
              <a:gd name="connsiteY196" fmla="*/ 6370853 h 6858000"/>
              <a:gd name="connsiteX197" fmla="*/ 978285 w 12199272"/>
              <a:gd name="connsiteY197" fmla="*/ 6373960 h 6858000"/>
              <a:gd name="connsiteX198" fmla="*/ 981835 w 12199272"/>
              <a:gd name="connsiteY198" fmla="*/ 6376839 h 6858000"/>
              <a:gd name="connsiteX199" fmla="*/ 986016 w 12199272"/>
              <a:gd name="connsiteY199" fmla="*/ 6379433 h 6858000"/>
              <a:gd name="connsiteX200" fmla="*/ 990795 w 12199272"/>
              <a:gd name="connsiteY200" fmla="*/ 6381683 h 6858000"/>
              <a:gd name="connsiteX201" fmla="*/ 996142 w 12199272"/>
              <a:gd name="connsiteY201" fmla="*/ 6383532 h 6858000"/>
              <a:gd name="connsiteX202" fmla="*/ 1002026 w 12199272"/>
              <a:gd name="connsiteY202" fmla="*/ 6384925 h 6858000"/>
              <a:gd name="connsiteX203" fmla="*/ 1008415 w 12199272"/>
              <a:gd name="connsiteY203" fmla="*/ 6385802 h 6858000"/>
              <a:gd name="connsiteX204" fmla="*/ 1015278 w 12199272"/>
              <a:gd name="connsiteY204" fmla="*/ 6386107 h 6858000"/>
              <a:gd name="connsiteX205" fmla="*/ 1020801 w 12199272"/>
              <a:gd name="connsiteY205" fmla="*/ 6385903 h 6858000"/>
              <a:gd name="connsiteX206" fmla="*/ 1026165 w 12199272"/>
              <a:gd name="connsiteY206" fmla="*/ 6385298 h 6858000"/>
              <a:gd name="connsiteX207" fmla="*/ 1031359 w 12199272"/>
              <a:gd name="connsiteY207" fmla="*/ 6384303 h 6858000"/>
              <a:gd name="connsiteX208" fmla="*/ 1036375 w 12199272"/>
              <a:gd name="connsiteY208" fmla="*/ 6382930 h 6858000"/>
              <a:gd name="connsiteX209" fmla="*/ 1041203 w 12199272"/>
              <a:gd name="connsiteY209" fmla="*/ 6381190 h 6858000"/>
              <a:gd name="connsiteX210" fmla="*/ 1045833 w 12199272"/>
              <a:gd name="connsiteY210" fmla="*/ 6379095 h 6858000"/>
              <a:gd name="connsiteX211" fmla="*/ 1050256 w 12199272"/>
              <a:gd name="connsiteY211" fmla="*/ 6376656 h 6858000"/>
              <a:gd name="connsiteX212" fmla="*/ 1054462 w 12199272"/>
              <a:gd name="connsiteY212" fmla="*/ 6373884 h 6858000"/>
              <a:gd name="connsiteX213" fmla="*/ 1058363 w 12199272"/>
              <a:gd name="connsiteY213" fmla="*/ 6370853 h 6858000"/>
              <a:gd name="connsiteX214" fmla="*/ 1062187 w 12199272"/>
              <a:gd name="connsiteY214" fmla="*/ 6367387 h 6858000"/>
              <a:gd name="connsiteX215" fmla="*/ 1065687 w 12199272"/>
              <a:gd name="connsiteY215" fmla="*/ 6363684 h 6858000"/>
              <a:gd name="connsiteX216" fmla="*/ 1068932 w 12199272"/>
              <a:gd name="connsiteY216" fmla="*/ 6359694 h 6858000"/>
              <a:gd name="connsiteX217" fmla="*/ 1071913 w 12199272"/>
              <a:gd name="connsiteY217" fmla="*/ 6355428 h 6858000"/>
              <a:gd name="connsiteX218" fmla="*/ 1074621 w 12199272"/>
              <a:gd name="connsiteY218" fmla="*/ 6350898 h 6858000"/>
              <a:gd name="connsiteX219" fmla="*/ 1077046 w 12199272"/>
              <a:gd name="connsiteY219" fmla="*/ 6346114 h 6858000"/>
              <a:gd name="connsiteX220" fmla="*/ 1077680 w 12199272"/>
              <a:gd name="connsiteY220" fmla="*/ 6344618 h 6858000"/>
              <a:gd name="connsiteX221" fmla="*/ 1081008 w 12199272"/>
              <a:gd name="connsiteY221" fmla="*/ 6335831 h 6858000"/>
              <a:gd name="connsiteX222" fmla="*/ 1082527 w 12199272"/>
              <a:gd name="connsiteY222" fmla="*/ 6330355 h 6858000"/>
              <a:gd name="connsiteX223" fmla="*/ 1083727 w 12199272"/>
              <a:gd name="connsiteY223" fmla="*/ 6324652 h 6858000"/>
              <a:gd name="connsiteX224" fmla="*/ 1084591 w 12199272"/>
              <a:gd name="connsiteY224" fmla="*/ 6318790 h 6858000"/>
              <a:gd name="connsiteX225" fmla="*/ 1085119 w 12199272"/>
              <a:gd name="connsiteY225" fmla="*/ 6312724 h 6858000"/>
              <a:gd name="connsiteX226" fmla="*/ 1085297 w 12199272"/>
              <a:gd name="connsiteY226" fmla="*/ 6306484 h 6858000"/>
              <a:gd name="connsiteX227" fmla="*/ 1085138 w 12199272"/>
              <a:gd name="connsiteY227" fmla="*/ 6300361 h 6858000"/>
              <a:gd name="connsiteX228" fmla="*/ 1084666 w 12199272"/>
              <a:gd name="connsiteY228" fmla="*/ 6294398 h 6858000"/>
              <a:gd name="connsiteX229" fmla="*/ 1083885 w 12199272"/>
              <a:gd name="connsiteY229" fmla="*/ 6288607 h 6858000"/>
              <a:gd name="connsiteX230" fmla="*/ 1082801 w 12199272"/>
              <a:gd name="connsiteY230" fmla="*/ 6283000 h 6858000"/>
              <a:gd name="connsiteX231" fmla="*/ 1081418 w 12199272"/>
              <a:gd name="connsiteY231" fmla="*/ 6277590 h 6858000"/>
              <a:gd name="connsiteX232" fmla="*/ 1079741 w 12199272"/>
              <a:gd name="connsiteY232" fmla="*/ 6272388 h 6858000"/>
              <a:gd name="connsiteX233" fmla="*/ 1078509 w 12199272"/>
              <a:gd name="connsiteY233" fmla="*/ 6269265 h 6858000"/>
              <a:gd name="connsiteX234" fmla="*/ 1077776 w 12199272"/>
              <a:gd name="connsiteY234" fmla="*/ 6267406 h 6858000"/>
              <a:gd name="connsiteX235" fmla="*/ 1075527 w 12199272"/>
              <a:gd name="connsiteY235" fmla="*/ 6262658 h 6858000"/>
              <a:gd name="connsiteX236" fmla="*/ 1072999 w 12199272"/>
              <a:gd name="connsiteY236" fmla="*/ 6258154 h 6858000"/>
              <a:gd name="connsiteX237" fmla="*/ 1070198 w 12199272"/>
              <a:gd name="connsiteY237" fmla="*/ 6253908 h 6858000"/>
              <a:gd name="connsiteX238" fmla="*/ 1067128 w 12199272"/>
              <a:gd name="connsiteY238" fmla="*/ 6249932 h 6858000"/>
              <a:gd name="connsiteX239" fmla="*/ 1064203 w 12199272"/>
              <a:gd name="connsiteY239" fmla="*/ 6246690 h 6858000"/>
              <a:gd name="connsiteX240" fmla="*/ 1060201 w 12199272"/>
              <a:gd name="connsiteY240" fmla="*/ 6242836 h 6858000"/>
              <a:gd name="connsiteX241" fmla="*/ 1056355 w 12199272"/>
              <a:gd name="connsiteY241" fmla="*/ 6239742 h 6858000"/>
              <a:gd name="connsiteX242" fmla="*/ 1052260 w 12199272"/>
              <a:gd name="connsiteY242" fmla="*/ 6236966 h 6858000"/>
              <a:gd name="connsiteX243" fmla="*/ 1047922 w 12199272"/>
              <a:gd name="connsiteY243" fmla="*/ 6234520 h 6858000"/>
              <a:gd name="connsiteX244" fmla="*/ 1043344 w 12199272"/>
              <a:gd name="connsiteY244" fmla="*/ 6232417 h 6858000"/>
              <a:gd name="connsiteX245" fmla="*/ 1038533 w 12199272"/>
              <a:gd name="connsiteY245" fmla="*/ 6230669 h 6858000"/>
              <a:gd name="connsiteX246" fmla="*/ 1033494 w 12199272"/>
              <a:gd name="connsiteY246" fmla="*/ 6229288 h 6858000"/>
              <a:gd name="connsiteX247" fmla="*/ 1028230 w 12199272"/>
              <a:gd name="connsiteY247" fmla="*/ 6228287 h 6858000"/>
              <a:gd name="connsiteX248" fmla="*/ 1022748 w 12199272"/>
              <a:gd name="connsiteY248" fmla="*/ 6227677 h 6858000"/>
              <a:gd name="connsiteX249" fmla="*/ 1017052 w 12199272"/>
              <a:gd name="connsiteY249" fmla="*/ 6227471 h 6858000"/>
              <a:gd name="connsiteX250" fmla="*/ 1518121 w 12199272"/>
              <a:gd name="connsiteY250" fmla="*/ 6226556 h 6858000"/>
              <a:gd name="connsiteX251" fmla="*/ 1512547 w 12199272"/>
              <a:gd name="connsiteY251" fmla="*/ 6226743 h 6858000"/>
              <a:gd name="connsiteX252" fmla="*/ 1507086 w 12199272"/>
              <a:gd name="connsiteY252" fmla="*/ 6227298 h 6858000"/>
              <a:gd name="connsiteX253" fmla="*/ 1501751 w 12199272"/>
              <a:gd name="connsiteY253" fmla="*/ 6228211 h 6858000"/>
              <a:gd name="connsiteX254" fmla="*/ 1496554 w 12199272"/>
              <a:gd name="connsiteY254" fmla="*/ 6229472 h 6858000"/>
              <a:gd name="connsiteX255" fmla="*/ 1491508 w 12199272"/>
              <a:gd name="connsiteY255" fmla="*/ 6231073 h 6858000"/>
              <a:gd name="connsiteX256" fmla="*/ 1486625 w 12199272"/>
              <a:gd name="connsiteY256" fmla="*/ 6233004 h 6858000"/>
              <a:gd name="connsiteX257" fmla="*/ 1481918 w 12199272"/>
              <a:gd name="connsiteY257" fmla="*/ 6235254 h 6858000"/>
              <a:gd name="connsiteX258" fmla="*/ 1477398 w 12199272"/>
              <a:gd name="connsiteY258" fmla="*/ 6237816 h 6858000"/>
              <a:gd name="connsiteX259" fmla="*/ 1473080 w 12199272"/>
              <a:gd name="connsiteY259" fmla="*/ 6240679 h 6858000"/>
              <a:gd name="connsiteX260" fmla="*/ 1468975 w 12199272"/>
              <a:gd name="connsiteY260" fmla="*/ 6243834 h 6858000"/>
              <a:gd name="connsiteX261" fmla="*/ 1465095 w 12199272"/>
              <a:gd name="connsiteY261" fmla="*/ 6247271 h 6858000"/>
              <a:gd name="connsiteX262" fmla="*/ 1461455 w 12199272"/>
              <a:gd name="connsiteY262" fmla="*/ 6250981 h 6858000"/>
              <a:gd name="connsiteX263" fmla="*/ 1458064 w 12199272"/>
              <a:gd name="connsiteY263" fmla="*/ 6254955 h 6858000"/>
              <a:gd name="connsiteX264" fmla="*/ 1454938 w 12199272"/>
              <a:gd name="connsiteY264" fmla="*/ 6259182 h 6858000"/>
              <a:gd name="connsiteX265" fmla="*/ 1452087 w 12199272"/>
              <a:gd name="connsiteY265" fmla="*/ 6263654 h 6858000"/>
              <a:gd name="connsiteX266" fmla="*/ 1449525 w 12199272"/>
              <a:gd name="connsiteY266" fmla="*/ 6268361 h 6858000"/>
              <a:gd name="connsiteX267" fmla="*/ 1447263 w 12199272"/>
              <a:gd name="connsiteY267" fmla="*/ 6273294 h 6858000"/>
              <a:gd name="connsiteX268" fmla="*/ 1445310 w 12199272"/>
              <a:gd name="connsiteY268" fmla="*/ 6278461 h 6858000"/>
              <a:gd name="connsiteX269" fmla="*/ 1443694 w 12199272"/>
              <a:gd name="connsiteY269" fmla="*/ 6283797 h 6858000"/>
              <a:gd name="connsiteX270" fmla="*/ 1442411 w 12199272"/>
              <a:gd name="connsiteY270" fmla="*/ 6289349 h 6858000"/>
              <a:gd name="connsiteX271" fmla="*/ 1441479 w 12199272"/>
              <a:gd name="connsiteY271" fmla="*/ 6295089 h 6858000"/>
              <a:gd name="connsiteX272" fmla="*/ 1440910 w 12199272"/>
              <a:gd name="connsiteY272" fmla="*/ 6301007 h 6858000"/>
              <a:gd name="connsiteX273" fmla="*/ 1440718 w 12199272"/>
              <a:gd name="connsiteY273" fmla="*/ 6307094 h 6858000"/>
              <a:gd name="connsiteX274" fmla="*/ 1440899 w 12199272"/>
              <a:gd name="connsiteY274" fmla="*/ 6312893 h 6858000"/>
              <a:gd name="connsiteX275" fmla="*/ 1441435 w 12199272"/>
              <a:gd name="connsiteY275" fmla="*/ 6318541 h 6858000"/>
              <a:gd name="connsiteX276" fmla="*/ 1442314 w 12199272"/>
              <a:gd name="connsiteY276" fmla="*/ 6324029 h 6858000"/>
              <a:gd name="connsiteX277" fmla="*/ 1443524 w 12199272"/>
              <a:gd name="connsiteY277" fmla="*/ 6329349 h 6858000"/>
              <a:gd name="connsiteX278" fmla="*/ 1445055 w 12199272"/>
              <a:gd name="connsiteY278" fmla="*/ 6334492 h 6858000"/>
              <a:gd name="connsiteX279" fmla="*/ 1446894 w 12199272"/>
              <a:gd name="connsiteY279" fmla="*/ 6339450 h 6858000"/>
              <a:gd name="connsiteX280" fmla="*/ 1449030 w 12199272"/>
              <a:gd name="connsiteY280" fmla="*/ 6344213 h 6858000"/>
              <a:gd name="connsiteX281" fmla="*/ 1451452 w 12199272"/>
              <a:gd name="connsiteY281" fmla="*/ 6348774 h 6858000"/>
              <a:gd name="connsiteX282" fmla="*/ 1454147 w 12199272"/>
              <a:gd name="connsiteY282" fmla="*/ 6353125 h 6858000"/>
              <a:gd name="connsiteX283" fmla="*/ 1457105 w 12199272"/>
              <a:gd name="connsiteY283" fmla="*/ 6357256 h 6858000"/>
              <a:gd name="connsiteX284" fmla="*/ 1460313 w 12199272"/>
              <a:gd name="connsiteY284" fmla="*/ 6361160 h 6858000"/>
              <a:gd name="connsiteX285" fmla="*/ 1463761 w 12199272"/>
              <a:gd name="connsiteY285" fmla="*/ 6364827 h 6858000"/>
              <a:gd name="connsiteX286" fmla="*/ 1467436 w 12199272"/>
              <a:gd name="connsiteY286" fmla="*/ 6368250 h 6858000"/>
              <a:gd name="connsiteX287" fmla="*/ 1471328 w 12199272"/>
              <a:gd name="connsiteY287" fmla="*/ 6371419 h 6858000"/>
              <a:gd name="connsiteX288" fmla="*/ 1475425 w 12199272"/>
              <a:gd name="connsiteY288" fmla="*/ 6374327 h 6858000"/>
              <a:gd name="connsiteX289" fmla="*/ 1479714 w 12199272"/>
              <a:gd name="connsiteY289" fmla="*/ 6376964 h 6858000"/>
              <a:gd name="connsiteX290" fmla="*/ 1484185 w 12199272"/>
              <a:gd name="connsiteY290" fmla="*/ 6379324 h 6858000"/>
              <a:gd name="connsiteX291" fmla="*/ 1488826 w 12199272"/>
              <a:gd name="connsiteY291" fmla="*/ 6381396 h 6858000"/>
              <a:gd name="connsiteX292" fmla="*/ 1493626 w 12199272"/>
              <a:gd name="connsiteY292" fmla="*/ 6383172 h 6858000"/>
              <a:gd name="connsiteX293" fmla="*/ 1498572 w 12199272"/>
              <a:gd name="connsiteY293" fmla="*/ 6384645 h 6858000"/>
              <a:gd name="connsiteX294" fmla="*/ 1503654 w 12199272"/>
              <a:gd name="connsiteY294" fmla="*/ 6385805 h 6858000"/>
              <a:gd name="connsiteX295" fmla="*/ 1508860 w 12199272"/>
              <a:gd name="connsiteY295" fmla="*/ 6386644 h 6858000"/>
              <a:gd name="connsiteX296" fmla="*/ 1514178 w 12199272"/>
              <a:gd name="connsiteY296" fmla="*/ 6387153 h 6858000"/>
              <a:gd name="connsiteX297" fmla="*/ 1519597 w 12199272"/>
              <a:gd name="connsiteY297" fmla="*/ 6387325 h 6858000"/>
              <a:gd name="connsiteX298" fmla="*/ 1526428 w 12199272"/>
              <a:gd name="connsiteY298" fmla="*/ 6387054 h 6858000"/>
              <a:gd name="connsiteX299" fmla="*/ 1532938 w 12199272"/>
              <a:gd name="connsiteY299" fmla="*/ 6386261 h 6858000"/>
              <a:gd name="connsiteX300" fmla="*/ 1539123 w 12199272"/>
              <a:gd name="connsiteY300" fmla="*/ 6384980 h 6858000"/>
              <a:gd name="connsiteX301" fmla="*/ 1544980 w 12199272"/>
              <a:gd name="connsiteY301" fmla="*/ 6383243 h 6858000"/>
              <a:gd name="connsiteX302" fmla="*/ 1550506 w 12199272"/>
              <a:gd name="connsiteY302" fmla="*/ 6381082 h 6858000"/>
              <a:gd name="connsiteX303" fmla="*/ 1555698 w 12199272"/>
              <a:gd name="connsiteY303" fmla="*/ 6378529 h 6858000"/>
              <a:gd name="connsiteX304" fmla="*/ 1560552 w 12199272"/>
              <a:gd name="connsiteY304" fmla="*/ 6375618 h 6858000"/>
              <a:gd name="connsiteX305" fmla="*/ 1565064 w 12199272"/>
              <a:gd name="connsiteY305" fmla="*/ 6372380 h 6858000"/>
              <a:gd name="connsiteX306" fmla="*/ 1569232 w 12199272"/>
              <a:gd name="connsiteY306" fmla="*/ 6368848 h 6858000"/>
              <a:gd name="connsiteX307" fmla="*/ 1573052 w 12199272"/>
              <a:gd name="connsiteY307" fmla="*/ 6365054 h 6858000"/>
              <a:gd name="connsiteX308" fmla="*/ 1576520 w 12199272"/>
              <a:gd name="connsiteY308" fmla="*/ 6361031 h 6858000"/>
              <a:gd name="connsiteX309" fmla="*/ 1579635 w 12199272"/>
              <a:gd name="connsiteY309" fmla="*/ 6356812 h 6858000"/>
              <a:gd name="connsiteX310" fmla="*/ 1582391 w 12199272"/>
              <a:gd name="connsiteY310" fmla="*/ 6352428 h 6858000"/>
              <a:gd name="connsiteX311" fmla="*/ 1584786 w 12199272"/>
              <a:gd name="connsiteY311" fmla="*/ 6347913 h 6858000"/>
              <a:gd name="connsiteX312" fmla="*/ 1586236 w 12199272"/>
              <a:gd name="connsiteY312" fmla="*/ 6344617 h 6858000"/>
              <a:gd name="connsiteX313" fmla="*/ 1586816 w 12199272"/>
              <a:gd name="connsiteY313" fmla="*/ 6343297 h 6858000"/>
              <a:gd name="connsiteX314" fmla="*/ 1588479 w 12199272"/>
              <a:gd name="connsiteY314" fmla="*/ 6338615 h 6858000"/>
              <a:gd name="connsiteX315" fmla="*/ 1588664 w 12199272"/>
              <a:gd name="connsiteY315" fmla="*/ 6336960 h 6858000"/>
              <a:gd name="connsiteX316" fmla="*/ 1588235 w 12199272"/>
              <a:gd name="connsiteY316" fmla="*/ 6335417 h 6858000"/>
              <a:gd name="connsiteX317" fmla="*/ 1587274 w 12199272"/>
              <a:gd name="connsiteY317" fmla="*/ 6334160 h 6858000"/>
              <a:gd name="connsiteX318" fmla="*/ 1585862 w 12199272"/>
              <a:gd name="connsiteY318" fmla="*/ 6333362 h 6858000"/>
              <a:gd name="connsiteX319" fmla="*/ 1553627 w 12199272"/>
              <a:gd name="connsiteY319" fmla="*/ 6323178 h 6858000"/>
              <a:gd name="connsiteX320" fmla="*/ 1552160 w 12199272"/>
              <a:gd name="connsiteY320" fmla="*/ 6323012 h 6858000"/>
              <a:gd name="connsiteX321" fmla="*/ 1550782 w 12199272"/>
              <a:gd name="connsiteY321" fmla="*/ 6323397 h 6858000"/>
              <a:gd name="connsiteX322" fmla="*/ 1549622 w 12199272"/>
              <a:gd name="connsiteY322" fmla="*/ 6324263 h 6858000"/>
              <a:gd name="connsiteX323" fmla="*/ 1548805 w 12199272"/>
              <a:gd name="connsiteY323" fmla="*/ 6325541 h 6858000"/>
              <a:gd name="connsiteX324" fmla="*/ 1546706 w 12199272"/>
              <a:gd name="connsiteY324" fmla="*/ 6329749 h 6858000"/>
              <a:gd name="connsiteX325" fmla="*/ 1543941 w 12199272"/>
              <a:gd name="connsiteY325" fmla="*/ 6333699 h 6858000"/>
              <a:gd name="connsiteX326" fmla="*/ 1540495 w 12199272"/>
              <a:gd name="connsiteY326" fmla="*/ 6337251 h 6858000"/>
              <a:gd name="connsiteX327" fmla="*/ 1536352 w 12199272"/>
              <a:gd name="connsiteY327" fmla="*/ 6340260 h 6858000"/>
              <a:gd name="connsiteX328" fmla="*/ 1531498 w 12199272"/>
              <a:gd name="connsiteY328" fmla="*/ 6342586 h 6858000"/>
              <a:gd name="connsiteX329" fmla="*/ 1525918 w 12199272"/>
              <a:gd name="connsiteY329" fmla="*/ 6344086 h 6858000"/>
              <a:gd name="connsiteX330" fmla="*/ 1519597 w 12199272"/>
              <a:gd name="connsiteY330" fmla="*/ 6344617 h 6858000"/>
              <a:gd name="connsiteX331" fmla="*/ 1514604 w 12199272"/>
              <a:gd name="connsiteY331" fmla="*/ 6344286 h 6858000"/>
              <a:gd name="connsiteX332" fmla="*/ 1509815 w 12199272"/>
              <a:gd name="connsiteY332" fmla="*/ 6343302 h 6858000"/>
              <a:gd name="connsiteX333" fmla="*/ 1505287 w 12199272"/>
              <a:gd name="connsiteY333" fmla="*/ 6341678 h 6858000"/>
              <a:gd name="connsiteX334" fmla="*/ 1501076 w 12199272"/>
              <a:gd name="connsiteY334" fmla="*/ 6339424 h 6858000"/>
              <a:gd name="connsiteX335" fmla="*/ 1497242 w 12199272"/>
              <a:gd name="connsiteY335" fmla="*/ 6336555 h 6858000"/>
              <a:gd name="connsiteX336" fmla="*/ 1493840 w 12199272"/>
              <a:gd name="connsiteY336" fmla="*/ 6333082 h 6858000"/>
              <a:gd name="connsiteX337" fmla="*/ 1490928 w 12199272"/>
              <a:gd name="connsiteY337" fmla="*/ 6329017 h 6858000"/>
              <a:gd name="connsiteX338" fmla="*/ 1488564 w 12199272"/>
              <a:gd name="connsiteY338" fmla="*/ 6324374 h 6858000"/>
              <a:gd name="connsiteX339" fmla="*/ 1486804 w 12199272"/>
              <a:gd name="connsiteY339" fmla="*/ 6319164 h 6858000"/>
              <a:gd name="connsiteX340" fmla="*/ 1485706 w 12199272"/>
              <a:gd name="connsiteY340" fmla="*/ 6313400 h 6858000"/>
              <a:gd name="connsiteX341" fmla="*/ 1485327 w 12199272"/>
              <a:gd name="connsiteY341" fmla="*/ 6307094 h 6858000"/>
              <a:gd name="connsiteX342" fmla="*/ 1485692 w 12199272"/>
              <a:gd name="connsiteY342" fmla="*/ 6300711 h 6858000"/>
              <a:gd name="connsiteX343" fmla="*/ 1486752 w 12199272"/>
              <a:gd name="connsiteY343" fmla="*/ 6294885 h 6858000"/>
              <a:gd name="connsiteX344" fmla="*/ 1488456 w 12199272"/>
              <a:gd name="connsiteY344" fmla="*/ 6289625 h 6858000"/>
              <a:gd name="connsiteX345" fmla="*/ 1490750 w 12199272"/>
              <a:gd name="connsiteY345" fmla="*/ 6284943 h 6858000"/>
              <a:gd name="connsiteX346" fmla="*/ 1493584 w 12199272"/>
              <a:gd name="connsiteY346" fmla="*/ 6280849 h 6858000"/>
              <a:gd name="connsiteX347" fmla="*/ 1496906 w 12199272"/>
              <a:gd name="connsiteY347" fmla="*/ 6277355 h 6858000"/>
              <a:gd name="connsiteX348" fmla="*/ 1500663 w 12199272"/>
              <a:gd name="connsiteY348" fmla="*/ 6274472 h 6858000"/>
              <a:gd name="connsiteX349" fmla="*/ 1504804 w 12199272"/>
              <a:gd name="connsiteY349" fmla="*/ 6272210 h 6858000"/>
              <a:gd name="connsiteX350" fmla="*/ 1509276 w 12199272"/>
              <a:gd name="connsiteY350" fmla="*/ 6270581 h 6858000"/>
              <a:gd name="connsiteX351" fmla="*/ 1514028 w 12199272"/>
              <a:gd name="connsiteY351" fmla="*/ 6269595 h 6858000"/>
              <a:gd name="connsiteX352" fmla="*/ 1519008 w 12199272"/>
              <a:gd name="connsiteY352" fmla="*/ 6269264 h 6858000"/>
              <a:gd name="connsiteX353" fmla="*/ 1525289 w 12199272"/>
              <a:gd name="connsiteY353" fmla="*/ 6269783 h 6858000"/>
              <a:gd name="connsiteX354" fmla="*/ 1530765 w 12199272"/>
              <a:gd name="connsiteY354" fmla="*/ 6271251 h 6858000"/>
              <a:gd name="connsiteX355" fmla="*/ 1535471 w 12199272"/>
              <a:gd name="connsiteY355" fmla="*/ 6273539 h 6858000"/>
              <a:gd name="connsiteX356" fmla="*/ 1539447 w 12199272"/>
              <a:gd name="connsiteY356" fmla="*/ 6276516 h 6858000"/>
              <a:gd name="connsiteX357" fmla="*/ 1542728 w 12199272"/>
              <a:gd name="connsiteY357" fmla="*/ 6280050 h 6858000"/>
              <a:gd name="connsiteX358" fmla="*/ 1545352 w 12199272"/>
              <a:gd name="connsiteY358" fmla="*/ 6284012 h 6858000"/>
              <a:gd name="connsiteX359" fmla="*/ 1547356 w 12199272"/>
              <a:gd name="connsiteY359" fmla="*/ 6288270 h 6858000"/>
              <a:gd name="connsiteX360" fmla="*/ 1548161 w 12199272"/>
              <a:gd name="connsiteY360" fmla="*/ 6289574 h 6858000"/>
              <a:gd name="connsiteX361" fmla="*/ 1549322 w 12199272"/>
              <a:gd name="connsiteY361" fmla="*/ 6290463 h 6858000"/>
              <a:gd name="connsiteX362" fmla="*/ 1550709 w 12199272"/>
              <a:gd name="connsiteY362" fmla="*/ 6290865 h 6858000"/>
              <a:gd name="connsiteX363" fmla="*/ 1552192 w 12199272"/>
              <a:gd name="connsiteY363" fmla="*/ 6290706 h 6858000"/>
              <a:gd name="connsiteX364" fmla="*/ 1584982 w 12199272"/>
              <a:gd name="connsiteY364" fmla="*/ 6280499 h 6858000"/>
              <a:gd name="connsiteX365" fmla="*/ 1586395 w 12199272"/>
              <a:gd name="connsiteY365" fmla="*/ 6279710 h 6858000"/>
              <a:gd name="connsiteX366" fmla="*/ 1587360 w 12199272"/>
              <a:gd name="connsiteY366" fmla="*/ 6278461 h 6858000"/>
              <a:gd name="connsiteX367" fmla="*/ 1587797 w 12199272"/>
              <a:gd name="connsiteY367" fmla="*/ 6276923 h 6858000"/>
              <a:gd name="connsiteX368" fmla="*/ 1587624 w 12199272"/>
              <a:gd name="connsiteY368" fmla="*/ 6275269 h 6858000"/>
              <a:gd name="connsiteX369" fmla="*/ 1586087 w 12199272"/>
              <a:gd name="connsiteY369" fmla="*/ 6270783 h 6858000"/>
              <a:gd name="connsiteX370" fmla="*/ 1585447 w 12199272"/>
              <a:gd name="connsiteY370" fmla="*/ 6269264 h 6858000"/>
              <a:gd name="connsiteX371" fmla="*/ 1584229 w 12199272"/>
              <a:gd name="connsiteY371" fmla="*/ 6266374 h 6858000"/>
              <a:gd name="connsiteX372" fmla="*/ 1582051 w 12199272"/>
              <a:gd name="connsiteY372" fmla="*/ 6262066 h 6858000"/>
              <a:gd name="connsiteX373" fmla="*/ 1579553 w 12199272"/>
              <a:gd name="connsiteY373" fmla="*/ 6257885 h 6858000"/>
              <a:gd name="connsiteX374" fmla="*/ 1576736 w 12199272"/>
              <a:gd name="connsiteY374" fmla="*/ 6253856 h 6858000"/>
              <a:gd name="connsiteX375" fmla="*/ 1573599 w 12199272"/>
              <a:gd name="connsiteY375" fmla="*/ 6250004 h 6858000"/>
              <a:gd name="connsiteX376" fmla="*/ 1570144 w 12199272"/>
              <a:gd name="connsiteY376" fmla="*/ 6246355 h 6858000"/>
              <a:gd name="connsiteX377" fmla="*/ 1566370 w 12199272"/>
              <a:gd name="connsiteY377" fmla="*/ 6242934 h 6858000"/>
              <a:gd name="connsiteX378" fmla="*/ 1562278 w 12199272"/>
              <a:gd name="connsiteY378" fmla="*/ 6239766 h 6858000"/>
              <a:gd name="connsiteX379" fmla="*/ 1557868 w 12199272"/>
              <a:gd name="connsiteY379" fmla="*/ 6236876 h 6858000"/>
              <a:gd name="connsiteX380" fmla="*/ 1553140 w 12199272"/>
              <a:gd name="connsiteY380" fmla="*/ 6234289 h 6858000"/>
              <a:gd name="connsiteX381" fmla="*/ 1548095 w 12199272"/>
              <a:gd name="connsiteY381" fmla="*/ 6232031 h 6858000"/>
              <a:gd name="connsiteX382" fmla="*/ 1542733 w 12199272"/>
              <a:gd name="connsiteY382" fmla="*/ 6230128 h 6858000"/>
              <a:gd name="connsiteX383" fmla="*/ 1537054 w 12199272"/>
              <a:gd name="connsiteY383" fmla="*/ 6228603 h 6858000"/>
              <a:gd name="connsiteX384" fmla="*/ 1531059 w 12199272"/>
              <a:gd name="connsiteY384" fmla="*/ 6227483 h 6858000"/>
              <a:gd name="connsiteX385" fmla="*/ 1524748 w 12199272"/>
              <a:gd name="connsiteY385" fmla="*/ 6226792 h 6858000"/>
              <a:gd name="connsiteX386" fmla="*/ 1518121 w 12199272"/>
              <a:gd name="connsiteY386" fmla="*/ 6226556 h 6858000"/>
              <a:gd name="connsiteX387" fmla="*/ 1349948 w 12199272"/>
              <a:gd name="connsiteY387" fmla="*/ 6226556 h 6858000"/>
              <a:gd name="connsiteX388" fmla="*/ 1344301 w 12199272"/>
              <a:gd name="connsiteY388" fmla="*/ 6226743 h 6858000"/>
              <a:gd name="connsiteX389" fmla="*/ 1338773 w 12199272"/>
              <a:gd name="connsiteY389" fmla="*/ 6227298 h 6858000"/>
              <a:gd name="connsiteX390" fmla="*/ 1333377 w 12199272"/>
              <a:gd name="connsiteY390" fmla="*/ 6228210 h 6858000"/>
              <a:gd name="connsiteX391" fmla="*/ 1328124 w 12199272"/>
              <a:gd name="connsiteY391" fmla="*/ 6229471 h 6858000"/>
              <a:gd name="connsiteX392" fmla="*/ 1323028 w 12199272"/>
              <a:gd name="connsiteY392" fmla="*/ 6231070 h 6858000"/>
              <a:gd name="connsiteX393" fmla="*/ 1318101 w 12199272"/>
              <a:gd name="connsiteY393" fmla="*/ 6232998 h 6858000"/>
              <a:gd name="connsiteX394" fmla="*/ 1313353 w 12199272"/>
              <a:gd name="connsiteY394" fmla="*/ 6235246 h 6858000"/>
              <a:gd name="connsiteX395" fmla="*/ 1308799 w 12199272"/>
              <a:gd name="connsiteY395" fmla="*/ 6237803 h 6858000"/>
              <a:gd name="connsiteX396" fmla="*/ 1304450 w 12199272"/>
              <a:gd name="connsiteY396" fmla="*/ 6240661 h 6858000"/>
              <a:gd name="connsiteX397" fmla="*/ 1300319 w 12199272"/>
              <a:gd name="connsiteY397" fmla="*/ 6243809 h 6858000"/>
              <a:gd name="connsiteX398" fmla="*/ 1296416 w 12199272"/>
              <a:gd name="connsiteY398" fmla="*/ 6247238 h 6858000"/>
              <a:gd name="connsiteX399" fmla="*/ 1292756 w 12199272"/>
              <a:gd name="connsiteY399" fmla="*/ 6250938 h 6858000"/>
              <a:gd name="connsiteX400" fmla="*/ 1289350 w 12199272"/>
              <a:gd name="connsiteY400" fmla="*/ 6254900 h 6858000"/>
              <a:gd name="connsiteX401" fmla="*/ 1286210 w 12199272"/>
              <a:gd name="connsiteY401" fmla="*/ 6259113 h 6858000"/>
              <a:gd name="connsiteX402" fmla="*/ 1283349 w 12199272"/>
              <a:gd name="connsiteY402" fmla="*/ 6263569 h 6858000"/>
              <a:gd name="connsiteX403" fmla="*/ 1280778 w 12199272"/>
              <a:gd name="connsiteY403" fmla="*/ 6268258 h 6858000"/>
              <a:gd name="connsiteX404" fmla="*/ 1278511 w 12199272"/>
              <a:gd name="connsiteY404" fmla="*/ 6273170 h 6858000"/>
              <a:gd name="connsiteX405" fmla="*/ 1276559 w 12199272"/>
              <a:gd name="connsiteY405" fmla="*/ 6278296 h 6858000"/>
              <a:gd name="connsiteX406" fmla="*/ 1274934 w 12199272"/>
              <a:gd name="connsiteY406" fmla="*/ 6283625 h 6858000"/>
              <a:gd name="connsiteX407" fmla="*/ 1273649 w 12199272"/>
              <a:gd name="connsiteY407" fmla="*/ 6289148 h 6858000"/>
              <a:gd name="connsiteX408" fmla="*/ 1272716 w 12199272"/>
              <a:gd name="connsiteY408" fmla="*/ 6294856 h 6858000"/>
              <a:gd name="connsiteX409" fmla="*/ 1272147 w 12199272"/>
              <a:gd name="connsiteY409" fmla="*/ 6300739 h 6858000"/>
              <a:gd name="connsiteX410" fmla="*/ 1271955 w 12199272"/>
              <a:gd name="connsiteY410" fmla="*/ 6306788 h 6858000"/>
              <a:gd name="connsiteX411" fmla="*/ 1272132 w 12199272"/>
              <a:gd name="connsiteY411" fmla="*/ 6312589 h 6858000"/>
              <a:gd name="connsiteX412" fmla="*/ 1272655 w 12199272"/>
              <a:gd name="connsiteY412" fmla="*/ 6318242 h 6858000"/>
              <a:gd name="connsiteX413" fmla="*/ 1273513 w 12199272"/>
              <a:gd name="connsiteY413" fmla="*/ 6323737 h 6858000"/>
              <a:gd name="connsiteX414" fmla="*/ 1274696 w 12199272"/>
              <a:gd name="connsiteY414" fmla="*/ 6329067 h 6858000"/>
              <a:gd name="connsiteX415" fmla="*/ 1276193 w 12199272"/>
              <a:gd name="connsiteY415" fmla="*/ 6334221 h 6858000"/>
              <a:gd name="connsiteX416" fmla="*/ 1277993 w 12199272"/>
              <a:gd name="connsiteY416" fmla="*/ 6339192 h 6858000"/>
              <a:gd name="connsiteX417" fmla="*/ 1280085 w 12199272"/>
              <a:gd name="connsiteY417" fmla="*/ 6343971 h 6858000"/>
              <a:gd name="connsiteX418" fmla="*/ 1282459 w 12199272"/>
              <a:gd name="connsiteY418" fmla="*/ 6348549 h 6858000"/>
              <a:gd name="connsiteX419" fmla="*/ 1285104 w 12199272"/>
              <a:gd name="connsiteY419" fmla="*/ 6352916 h 6858000"/>
              <a:gd name="connsiteX420" fmla="*/ 1288009 w 12199272"/>
              <a:gd name="connsiteY420" fmla="*/ 6357066 h 6858000"/>
              <a:gd name="connsiteX421" fmla="*/ 1291163 w 12199272"/>
              <a:gd name="connsiteY421" fmla="*/ 6360988 h 6858000"/>
              <a:gd name="connsiteX422" fmla="*/ 1294555 w 12199272"/>
              <a:gd name="connsiteY422" fmla="*/ 6364675 h 6858000"/>
              <a:gd name="connsiteX423" fmla="*/ 1298175 w 12199272"/>
              <a:gd name="connsiteY423" fmla="*/ 6368116 h 6858000"/>
              <a:gd name="connsiteX424" fmla="*/ 1302013 w 12199272"/>
              <a:gd name="connsiteY424" fmla="*/ 6371304 h 6858000"/>
              <a:gd name="connsiteX425" fmla="*/ 1306056 w 12199272"/>
              <a:gd name="connsiteY425" fmla="*/ 6374230 h 6858000"/>
              <a:gd name="connsiteX426" fmla="*/ 1310295 w 12199272"/>
              <a:gd name="connsiteY426" fmla="*/ 6376886 h 6858000"/>
              <a:gd name="connsiteX427" fmla="*/ 1314719 w 12199272"/>
              <a:gd name="connsiteY427" fmla="*/ 6379261 h 6858000"/>
              <a:gd name="connsiteX428" fmla="*/ 1319316 w 12199272"/>
              <a:gd name="connsiteY428" fmla="*/ 6381348 h 6858000"/>
              <a:gd name="connsiteX429" fmla="*/ 1324077 w 12199272"/>
              <a:gd name="connsiteY429" fmla="*/ 6383138 h 6858000"/>
              <a:gd name="connsiteX430" fmla="*/ 1328989 w 12199272"/>
              <a:gd name="connsiteY430" fmla="*/ 6384622 h 6858000"/>
              <a:gd name="connsiteX431" fmla="*/ 1334044 w 12199272"/>
              <a:gd name="connsiteY431" fmla="*/ 6385792 h 6858000"/>
              <a:gd name="connsiteX432" fmla="*/ 1339229 w 12199272"/>
              <a:gd name="connsiteY432" fmla="*/ 6386638 h 6858000"/>
              <a:gd name="connsiteX433" fmla="*/ 1344534 w 12199272"/>
              <a:gd name="connsiteY433" fmla="*/ 6387152 h 6858000"/>
              <a:gd name="connsiteX434" fmla="*/ 1349948 w 12199272"/>
              <a:gd name="connsiteY434" fmla="*/ 6387325 h 6858000"/>
              <a:gd name="connsiteX435" fmla="*/ 1355397 w 12199272"/>
              <a:gd name="connsiteY435" fmla="*/ 6387152 h 6858000"/>
              <a:gd name="connsiteX436" fmla="*/ 1360730 w 12199272"/>
              <a:gd name="connsiteY436" fmla="*/ 6386638 h 6858000"/>
              <a:gd name="connsiteX437" fmla="*/ 1365938 w 12199272"/>
              <a:gd name="connsiteY437" fmla="*/ 6385792 h 6858000"/>
              <a:gd name="connsiteX438" fmla="*/ 1371010 w 12199272"/>
              <a:gd name="connsiteY438" fmla="*/ 6384622 h 6858000"/>
              <a:gd name="connsiteX439" fmla="*/ 1375936 w 12199272"/>
              <a:gd name="connsiteY439" fmla="*/ 6383138 h 6858000"/>
              <a:gd name="connsiteX440" fmla="*/ 1380706 w 12199272"/>
              <a:gd name="connsiteY440" fmla="*/ 6381348 h 6858000"/>
              <a:gd name="connsiteX441" fmla="*/ 1385308 w 12199272"/>
              <a:gd name="connsiteY441" fmla="*/ 6379261 h 6858000"/>
              <a:gd name="connsiteX442" fmla="*/ 1389734 w 12199272"/>
              <a:gd name="connsiteY442" fmla="*/ 6376886 h 6858000"/>
              <a:gd name="connsiteX443" fmla="*/ 1393971 w 12199272"/>
              <a:gd name="connsiteY443" fmla="*/ 6374230 h 6858000"/>
              <a:gd name="connsiteX444" fmla="*/ 1398010 w 12199272"/>
              <a:gd name="connsiteY444" fmla="*/ 6371304 h 6858000"/>
              <a:gd name="connsiteX445" fmla="*/ 1401841 w 12199272"/>
              <a:gd name="connsiteY445" fmla="*/ 6368116 h 6858000"/>
              <a:gd name="connsiteX446" fmla="*/ 1405453 w 12199272"/>
              <a:gd name="connsiteY446" fmla="*/ 6364675 h 6858000"/>
              <a:gd name="connsiteX447" fmla="*/ 1408836 w 12199272"/>
              <a:gd name="connsiteY447" fmla="*/ 6360988 h 6858000"/>
              <a:gd name="connsiteX448" fmla="*/ 1411979 w 12199272"/>
              <a:gd name="connsiteY448" fmla="*/ 6357066 h 6858000"/>
              <a:gd name="connsiteX449" fmla="*/ 1414872 w 12199272"/>
              <a:gd name="connsiteY449" fmla="*/ 6352916 h 6858000"/>
              <a:gd name="connsiteX450" fmla="*/ 1417504 w 12199272"/>
              <a:gd name="connsiteY450" fmla="*/ 6348549 h 6858000"/>
              <a:gd name="connsiteX451" fmla="*/ 1419533 w 12199272"/>
              <a:gd name="connsiteY451" fmla="*/ 6344617 h 6858000"/>
              <a:gd name="connsiteX452" fmla="*/ 1421947 w 12199272"/>
              <a:gd name="connsiteY452" fmla="*/ 6339192 h 6858000"/>
              <a:gd name="connsiteX453" fmla="*/ 1423736 w 12199272"/>
              <a:gd name="connsiteY453" fmla="*/ 6334221 h 6858000"/>
              <a:gd name="connsiteX454" fmla="*/ 1425223 w 12199272"/>
              <a:gd name="connsiteY454" fmla="*/ 6329067 h 6858000"/>
              <a:gd name="connsiteX455" fmla="*/ 1426398 w 12199272"/>
              <a:gd name="connsiteY455" fmla="*/ 6323737 h 6858000"/>
              <a:gd name="connsiteX456" fmla="*/ 1427249 w 12199272"/>
              <a:gd name="connsiteY456" fmla="*/ 6318242 h 6858000"/>
              <a:gd name="connsiteX457" fmla="*/ 1427768 w 12199272"/>
              <a:gd name="connsiteY457" fmla="*/ 6312589 h 6858000"/>
              <a:gd name="connsiteX458" fmla="*/ 1427943 w 12199272"/>
              <a:gd name="connsiteY458" fmla="*/ 6306788 h 6858000"/>
              <a:gd name="connsiteX459" fmla="*/ 1427753 w 12199272"/>
              <a:gd name="connsiteY459" fmla="*/ 6300739 h 6858000"/>
              <a:gd name="connsiteX460" fmla="*/ 1427188 w 12199272"/>
              <a:gd name="connsiteY460" fmla="*/ 6294856 h 6858000"/>
              <a:gd name="connsiteX461" fmla="*/ 1426262 w 12199272"/>
              <a:gd name="connsiteY461" fmla="*/ 6289148 h 6858000"/>
              <a:gd name="connsiteX462" fmla="*/ 1424986 w 12199272"/>
              <a:gd name="connsiteY462" fmla="*/ 6283625 h 6858000"/>
              <a:gd name="connsiteX463" fmla="*/ 1423372 w 12199272"/>
              <a:gd name="connsiteY463" fmla="*/ 6278296 h 6858000"/>
              <a:gd name="connsiteX464" fmla="*/ 1421432 w 12199272"/>
              <a:gd name="connsiteY464" fmla="*/ 6273170 h 6858000"/>
              <a:gd name="connsiteX465" fmla="*/ 1419639 w 12199272"/>
              <a:gd name="connsiteY465" fmla="*/ 6269264 h 6858000"/>
              <a:gd name="connsiteX466" fmla="*/ 1419177 w 12199272"/>
              <a:gd name="connsiteY466" fmla="*/ 6268258 h 6858000"/>
              <a:gd name="connsiteX467" fmla="*/ 1416619 w 12199272"/>
              <a:gd name="connsiteY467" fmla="*/ 6263569 h 6858000"/>
              <a:gd name="connsiteX468" fmla="*/ 1413770 w 12199272"/>
              <a:gd name="connsiteY468" fmla="*/ 6259113 h 6858000"/>
              <a:gd name="connsiteX469" fmla="*/ 1410643 w 12199272"/>
              <a:gd name="connsiteY469" fmla="*/ 6254900 h 6858000"/>
              <a:gd name="connsiteX470" fmla="*/ 1407247 w 12199272"/>
              <a:gd name="connsiteY470" fmla="*/ 6250938 h 6858000"/>
              <a:gd name="connsiteX471" fmla="*/ 1403597 w 12199272"/>
              <a:gd name="connsiteY471" fmla="*/ 6247238 h 6858000"/>
              <a:gd name="connsiteX472" fmla="*/ 1399702 w 12199272"/>
              <a:gd name="connsiteY472" fmla="*/ 6243809 h 6858000"/>
              <a:gd name="connsiteX473" fmla="*/ 1395576 w 12199272"/>
              <a:gd name="connsiteY473" fmla="*/ 6240661 h 6858000"/>
              <a:gd name="connsiteX474" fmla="*/ 1391230 w 12199272"/>
              <a:gd name="connsiteY474" fmla="*/ 6237803 h 6858000"/>
              <a:gd name="connsiteX475" fmla="*/ 1386675 w 12199272"/>
              <a:gd name="connsiteY475" fmla="*/ 6235246 h 6858000"/>
              <a:gd name="connsiteX476" fmla="*/ 1381923 w 12199272"/>
              <a:gd name="connsiteY476" fmla="*/ 6232998 h 6858000"/>
              <a:gd name="connsiteX477" fmla="*/ 1376987 w 12199272"/>
              <a:gd name="connsiteY477" fmla="*/ 6231070 h 6858000"/>
              <a:gd name="connsiteX478" fmla="*/ 1371878 w 12199272"/>
              <a:gd name="connsiteY478" fmla="*/ 6229471 h 6858000"/>
              <a:gd name="connsiteX479" fmla="*/ 1366608 w 12199272"/>
              <a:gd name="connsiteY479" fmla="*/ 6228210 h 6858000"/>
              <a:gd name="connsiteX480" fmla="*/ 1361188 w 12199272"/>
              <a:gd name="connsiteY480" fmla="*/ 6227298 h 6858000"/>
              <a:gd name="connsiteX481" fmla="*/ 1355631 w 12199272"/>
              <a:gd name="connsiteY481" fmla="*/ 6226743 h 6858000"/>
              <a:gd name="connsiteX482" fmla="*/ 1349948 w 12199272"/>
              <a:gd name="connsiteY482" fmla="*/ 6226556 h 6858000"/>
              <a:gd name="connsiteX483" fmla="*/ 782044 w 12199272"/>
              <a:gd name="connsiteY483" fmla="*/ 6166457 h 6858000"/>
              <a:gd name="connsiteX484" fmla="*/ 780496 w 12199272"/>
              <a:gd name="connsiteY484" fmla="*/ 6166780 h 6858000"/>
              <a:gd name="connsiteX485" fmla="*/ 779232 w 12199272"/>
              <a:gd name="connsiteY485" fmla="*/ 6167660 h 6858000"/>
              <a:gd name="connsiteX486" fmla="*/ 778380 w 12199272"/>
              <a:gd name="connsiteY486" fmla="*/ 6168966 h 6858000"/>
              <a:gd name="connsiteX487" fmla="*/ 778067 w 12199272"/>
              <a:gd name="connsiteY487" fmla="*/ 6170564 h 6858000"/>
              <a:gd name="connsiteX488" fmla="*/ 778067 w 12199272"/>
              <a:gd name="connsiteY488" fmla="*/ 6378643 h 6858000"/>
              <a:gd name="connsiteX489" fmla="*/ 778380 w 12199272"/>
              <a:gd name="connsiteY489" fmla="*/ 6380242 h 6858000"/>
              <a:gd name="connsiteX490" fmla="*/ 779232 w 12199272"/>
              <a:gd name="connsiteY490" fmla="*/ 6381547 h 6858000"/>
              <a:gd name="connsiteX491" fmla="*/ 780496 w 12199272"/>
              <a:gd name="connsiteY491" fmla="*/ 6382427 h 6858000"/>
              <a:gd name="connsiteX492" fmla="*/ 782044 w 12199272"/>
              <a:gd name="connsiteY492" fmla="*/ 6382750 h 6858000"/>
              <a:gd name="connsiteX493" fmla="*/ 907033 w 12199272"/>
              <a:gd name="connsiteY493" fmla="*/ 6382750 h 6858000"/>
              <a:gd name="connsiteX494" fmla="*/ 908581 w 12199272"/>
              <a:gd name="connsiteY494" fmla="*/ 6382427 h 6858000"/>
              <a:gd name="connsiteX495" fmla="*/ 909845 w 12199272"/>
              <a:gd name="connsiteY495" fmla="*/ 6381547 h 6858000"/>
              <a:gd name="connsiteX496" fmla="*/ 910697 w 12199272"/>
              <a:gd name="connsiteY496" fmla="*/ 6380242 h 6858000"/>
              <a:gd name="connsiteX497" fmla="*/ 911010 w 12199272"/>
              <a:gd name="connsiteY497" fmla="*/ 6378643 h 6858000"/>
              <a:gd name="connsiteX498" fmla="*/ 911010 w 12199272"/>
              <a:gd name="connsiteY498" fmla="*/ 6341097 h 6858000"/>
              <a:gd name="connsiteX499" fmla="*/ 908581 w 12199272"/>
              <a:gd name="connsiteY499" fmla="*/ 6337313 h 6858000"/>
              <a:gd name="connsiteX500" fmla="*/ 828722 w 12199272"/>
              <a:gd name="connsiteY500" fmla="*/ 6336990 h 6858000"/>
              <a:gd name="connsiteX501" fmla="*/ 827174 w 12199272"/>
              <a:gd name="connsiteY501" fmla="*/ 6336667 h 6858000"/>
              <a:gd name="connsiteX502" fmla="*/ 825910 w 12199272"/>
              <a:gd name="connsiteY502" fmla="*/ 6335787 h 6858000"/>
              <a:gd name="connsiteX503" fmla="*/ 825057 w 12199272"/>
              <a:gd name="connsiteY503" fmla="*/ 6334481 h 6858000"/>
              <a:gd name="connsiteX504" fmla="*/ 824744 w 12199272"/>
              <a:gd name="connsiteY504" fmla="*/ 6332883 h 6858000"/>
              <a:gd name="connsiteX505" fmla="*/ 824744 w 12199272"/>
              <a:gd name="connsiteY505" fmla="*/ 6299607 h 6858000"/>
              <a:gd name="connsiteX506" fmla="*/ 825057 w 12199272"/>
              <a:gd name="connsiteY506" fmla="*/ 6298009 h 6858000"/>
              <a:gd name="connsiteX507" fmla="*/ 825910 w 12199272"/>
              <a:gd name="connsiteY507" fmla="*/ 6296703 h 6858000"/>
              <a:gd name="connsiteX508" fmla="*/ 827174 w 12199272"/>
              <a:gd name="connsiteY508" fmla="*/ 6295823 h 6858000"/>
              <a:gd name="connsiteX509" fmla="*/ 828722 w 12199272"/>
              <a:gd name="connsiteY509" fmla="*/ 6295500 h 6858000"/>
              <a:gd name="connsiteX510" fmla="*/ 898759 w 12199272"/>
              <a:gd name="connsiteY510" fmla="*/ 6295500 h 6858000"/>
              <a:gd name="connsiteX511" fmla="*/ 900308 w 12199272"/>
              <a:gd name="connsiteY511" fmla="*/ 6295178 h 6858000"/>
              <a:gd name="connsiteX512" fmla="*/ 901572 w 12199272"/>
              <a:gd name="connsiteY512" fmla="*/ 6294298 h 6858000"/>
              <a:gd name="connsiteX513" fmla="*/ 902425 w 12199272"/>
              <a:gd name="connsiteY513" fmla="*/ 6292992 h 6858000"/>
              <a:gd name="connsiteX514" fmla="*/ 902738 w 12199272"/>
              <a:gd name="connsiteY514" fmla="*/ 6291393 h 6858000"/>
              <a:gd name="connsiteX515" fmla="*/ 902738 w 12199272"/>
              <a:gd name="connsiteY515" fmla="*/ 6257204 h 6858000"/>
              <a:gd name="connsiteX516" fmla="*/ 902425 w 12199272"/>
              <a:gd name="connsiteY516" fmla="*/ 6255605 h 6858000"/>
              <a:gd name="connsiteX517" fmla="*/ 901572 w 12199272"/>
              <a:gd name="connsiteY517" fmla="*/ 6254300 h 6858000"/>
              <a:gd name="connsiteX518" fmla="*/ 900308 w 12199272"/>
              <a:gd name="connsiteY518" fmla="*/ 6253419 h 6858000"/>
              <a:gd name="connsiteX519" fmla="*/ 898759 w 12199272"/>
              <a:gd name="connsiteY519" fmla="*/ 6253097 h 6858000"/>
              <a:gd name="connsiteX520" fmla="*/ 828722 w 12199272"/>
              <a:gd name="connsiteY520" fmla="*/ 6253097 h 6858000"/>
              <a:gd name="connsiteX521" fmla="*/ 827174 w 12199272"/>
              <a:gd name="connsiteY521" fmla="*/ 6252774 h 6858000"/>
              <a:gd name="connsiteX522" fmla="*/ 825910 w 12199272"/>
              <a:gd name="connsiteY522" fmla="*/ 6251894 h 6858000"/>
              <a:gd name="connsiteX523" fmla="*/ 825057 w 12199272"/>
              <a:gd name="connsiteY523" fmla="*/ 6250589 h 6858000"/>
              <a:gd name="connsiteX524" fmla="*/ 824744 w 12199272"/>
              <a:gd name="connsiteY524" fmla="*/ 6248990 h 6858000"/>
              <a:gd name="connsiteX525" fmla="*/ 824744 w 12199272"/>
              <a:gd name="connsiteY525" fmla="*/ 6216020 h 6858000"/>
              <a:gd name="connsiteX526" fmla="*/ 825057 w 12199272"/>
              <a:gd name="connsiteY526" fmla="*/ 6214421 h 6858000"/>
              <a:gd name="connsiteX527" fmla="*/ 825910 w 12199272"/>
              <a:gd name="connsiteY527" fmla="*/ 6213116 h 6858000"/>
              <a:gd name="connsiteX528" fmla="*/ 827174 w 12199272"/>
              <a:gd name="connsiteY528" fmla="*/ 6212236 h 6858000"/>
              <a:gd name="connsiteX529" fmla="*/ 828722 w 12199272"/>
              <a:gd name="connsiteY529" fmla="*/ 6211913 h 6858000"/>
              <a:gd name="connsiteX530" fmla="*/ 906737 w 12199272"/>
              <a:gd name="connsiteY530" fmla="*/ 6211913 h 6858000"/>
              <a:gd name="connsiteX531" fmla="*/ 908285 w 12199272"/>
              <a:gd name="connsiteY531" fmla="*/ 6211590 h 6858000"/>
              <a:gd name="connsiteX532" fmla="*/ 909549 w 12199272"/>
              <a:gd name="connsiteY532" fmla="*/ 6210710 h 6858000"/>
              <a:gd name="connsiteX533" fmla="*/ 910401 w 12199272"/>
              <a:gd name="connsiteY533" fmla="*/ 6209405 h 6858000"/>
              <a:gd name="connsiteX534" fmla="*/ 910714 w 12199272"/>
              <a:gd name="connsiteY534" fmla="*/ 6207806 h 6858000"/>
              <a:gd name="connsiteX535" fmla="*/ 910714 w 12199272"/>
              <a:gd name="connsiteY535" fmla="*/ 6170564 h 6858000"/>
              <a:gd name="connsiteX536" fmla="*/ 910401 w 12199272"/>
              <a:gd name="connsiteY536" fmla="*/ 6168966 h 6858000"/>
              <a:gd name="connsiteX537" fmla="*/ 909549 w 12199272"/>
              <a:gd name="connsiteY537" fmla="*/ 6167660 h 6858000"/>
              <a:gd name="connsiteX538" fmla="*/ 908285 w 12199272"/>
              <a:gd name="connsiteY538" fmla="*/ 6166780 h 6858000"/>
              <a:gd name="connsiteX539" fmla="*/ 906737 w 12199272"/>
              <a:gd name="connsiteY539" fmla="*/ 6166457 h 6858000"/>
              <a:gd name="connsiteX540" fmla="*/ 782044 w 12199272"/>
              <a:gd name="connsiteY540" fmla="*/ 6166457 h 6858000"/>
              <a:gd name="connsiteX541" fmla="*/ 1124613 w 12199272"/>
              <a:gd name="connsiteY541" fmla="*/ 6157611 h 6858000"/>
              <a:gd name="connsiteX542" fmla="*/ 1119425 w 12199272"/>
              <a:gd name="connsiteY542" fmla="*/ 6158165 h 6858000"/>
              <a:gd name="connsiteX543" fmla="*/ 1114569 w 12199272"/>
              <a:gd name="connsiteY543" fmla="*/ 6159751 h 6858000"/>
              <a:gd name="connsiteX544" fmla="*/ 1110156 w 12199272"/>
              <a:gd name="connsiteY544" fmla="*/ 6162260 h 6858000"/>
              <a:gd name="connsiteX545" fmla="*/ 1106297 w 12199272"/>
              <a:gd name="connsiteY545" fmla="*/ 6165581 h 6858000"/>
              <a:gd name="connsiteX546" fmla="*/ 1103103 w 12199272"/>
              <a:gd name="connsiteY546" fmla="*/ 6169602 h 6858000"/>
              <a:gd name="connsiteX547" fmla="*/ 1100684 w 12199272"/>
              <a:gd name="connsiteY547" fmla="*/ 6174213 h 6858000"/>
              <a:gd name="connsiteX548" fmla="*/ 1099151 w 12199272"/>
              <a:gd name="connsiteY548" fmla="*/ 6179304 h 6858000"/>
              <a:gd name="connsiteX549" fmla="*/ 1098616 w 12199272"/>
              <a:gd name="connsiteY549" fmla="*/ 6184762 h 6858000"/>
              <a:gd name="connsiteX550" fmla="*/ 1099151 w 12199272"/>
              <a:gd name="connsiteY550" fmla="*/ 6190221 h 6858000"/>
              <a:gd name="connsiteX551" fmla="*/ 1100684 w 12199272"/>
              <a:gd name="connsiteY551" fmla="*/ 6195311 h 6858000"/>
              <a:gd name="connsiteX552" fmla="*/ 1103103 w 12199272"/>
              <a:gd name="connsiteY552" fmla="*/ 6199922 h 6858000"/>
              <a:gd name="connsiteX553" fmla="*/ 1106297 w 12199272"/>
              <a:gd name="connsiteY553" fmla="*/ 6203943 h 6858000"/>
              <a:gd name="connsiteX554" fmla="*/ 1110156 w 12199272"/>
              <a:gd name="connsiteY554" fmla="*/ 6207264 h 6858000"/>
              <a:gd name="connsiteX555" fmla="*/ 1114569 w 12199272"/>
              <a:gd name="connsiteY555" fmla="*/ 6209773 h 6858000"/>
              <a:gd name="connsiteX556" fmla="*/ 1119425 w 12199272"/>
              <a:gd name="connsiteY556" fmla="*/ 6211360 h 6858000"/>
              <a:gd name="connsiteX557" fmla="*/ 1124613 w 12199272"/>
              <a:gd name="connsiteY557" fmla="*/ 6211913 h 6858000"/>
              <a:gd name="connsiteX558" fmla="*/ 1129997 w 12199272"/>
              <a:gd name="connsiteY558" fmla="*/ 6211360 h 6858000"/>
              <a:gd name="connsiteX559" fmla="*/ 1135000 w 12199272"/>
              <a:gd name="connsiteY559" fmla="*/ 6209773 h 6858000"/>
              <a:gd name="connsiteX560" fmla="*/ 1139518 w 12199272"/>
              <a:gd name="connsiteY560" fmla="*/ 6207264 h 6858000"/>
              <a:gd name="connsiteX561" fmla="*/ 1143447 w 12199272"/>
              <a:gd name="connsiteY561" fmla="*/ 6203943 h 6858000"/>
              <a:gd name="connsiteX562" fmla="*/ 1146685 w 12199272"/>
              <a:gd name="connsiteY562" fmla="*/ 6199922 h 6858000"/>
              <a:gd name="connsiteX563" fmla="*/ 1149125 w 12199272"/>
              <a:gd name="connsiteY563" fmla="*/ 6195311 h 6858000"/>
              <a:gd name="connsiteX564" fmla="*/ 1150666 w 12199272"/>
              <a:gd name="connsiteY564" fmla="*/ 6190221 h 6858000"/>
              <a:gd name="connsiteX565" fmla="*/ 1151203 w 12199272"/>
              <a:gd name="connsiteY565" fmla="*/ 6184762 h 6858000"/>
              <a:gd name="connsiteX566" fmla="*/ 1150666 w 12199272"/>
              <a:gd name="connsiteY566" fmla="*/ 6179304 h 6858000"/>
              <a:gd name="connsiteX567" fmla="*/ 1149125 w 12199272"/>
              <a:gd name="connsiteY567" fmla="*/ 6174213 h 6858000"/>
              <a:gd name="connsiteX568" fmla="*/ 1146685 w 12199272"/>
              <a:gd name="connsiteY568" fmla="*/ 6169602 h 6858000"/>
              <a:gd name="connsiteX569" fmla="*/ 1143447 w 12199272"/>
              <a:gd name="connsiteY569" fmla="*/ 6165581 h 6858000"/>
              <a:gd name="connsiteX570" fmla="*/ 1139518 w 12199272"/>
              <a:gd name="connsiteY570" fmla="*/ 6162260 h 6858000"/>
              <a:gd name="connsiteX571" fmla="*/ 1135000 w 12199272"/>
              <a:gd name="connsiteY571" fmla="*/ 6159751 h 6858000"/>
              <a:gd name="connsiteX572" fmla="*/ 1129997 w 12199272"/>
              <a:gd name="connsiteY572" fmla="*/ 6158165 h 6858000"/>
              <a:gd name="connsiteX573" fmla="*/ 1124613 w 12199272"/>
              <a:gd name="connsiteY573" fmla="*/ 6157611 h 6858000"/>
              <a:gd name="connsiteX574" fmla="*/ 581250 w 12199272"/>
              <a:gd name="connsiteY574" fmla="*/ 6120863 h 6858000"/>
              <a:gd name="connsiteX575" fmla="*/ 575834 w 12199272"/>
              <a:gd name="connsiteY575" fmla="*/ 6121606 h 6858000"/>
              <a:gd name="connsiteX576" fmla="*/ 570703 w 12199272"/>
              <a:gd name="connsiteY576" fmla="*/ 6123833 h 6858000"/>
              <a:gd name="connsiteX577" fmla="*/ 468377 w 12199272"/>
              <a:gd name="connsiteY577" fmla="*/ 6185889 h 6858000"/>
              <a:gd name="connsiteX578" fmla="*/ 463977 w 12199272"/>
              <a:gd name="connsiteY578" fmla="*/ 6189443 h 6858000"/>
              <a:gd name="connsiteX579" fmla="*/ 460658 w 12199272"/>
              <a:gd name="connsiteY579" fmla="*/ 6193998 h 6858000"/>
              <a:gd name="connsiteX580" fmla="*/ 458562 w 12199272"/>
              <a:gd name="connsiteY580" fmla="*/ 6199295 h 6858000"/>
              <a:gd name="connsiteX581" fmla="*/ 457832 w 12199272"/>
              <a:gd name="connsiteY581" fmla="*/ 6205076 h 6858000"/>
              <a:gd name="connsiteX582" fmla="*/ 457832 w 12199272"/>
              <a:gd name="connsiteY582" fmla="*/ 6329188 h 6858000"/>
              <a:gd name="connsiteX583" fmla="*/ 458562 w 12199272"/>
              <a:gd name="connsiteY583" fmla="*/ 6334969 h 6858000"/>
              <a:gd name="connsiteX584" fmla="*/ 460658 w 12199272"/>
              <a:gd name="connsiteY584" fmla="*/ 6340266 h 6858000"/>
              <a:gd name="connsiteX585" fmla="*/ 463977 w 12199272"/>
              <a:gd name="connsiteY585" fmla="*/ 6344822 h 6858000"/>
              <a:gd name="connsiteX586" fmla="*/ 468378 w 12199272"/>
              <a:gd name="connsiteY586" fmla="*/ 6348377 h 6858000"/>
              <a:gd name="connsiteX587" fmla="*/ 570703 w 12199272"/>
              <a:gd name="connsiteY587" fmla="*/ 6410433 h 6858000"/>
              <a:gd name="connsiteX588" fmla="*/ 575834 w 12199272"/>
              <a:gd name="connsiteY588" fmla="*/ 6412659 h 6858000"/>
              <a:gd name="connsiteX589" fmla="*/ 581250 w 12199272"/>
              <a:gd name="connsiteY589" fmla="*/ 6413401 h 6858000"/>
              <a:gd name="connsiteX590" fmla="*/ 586665 w 12199272"/>
              <a:gd name="connsiteY590" fmla="*/ 6412659 h 6858000"/>
              <a:gd name="connsiteX591" fmla="*/ 591796 w 12199272"/>
              <a:gd name="connsiteY591" fmla="*/ 6410433 h 6858000"/>
              <a:gd name="connsiteX592" fmla="*/ 687555 w 12199272"/>
              <a:gd name="connsiteY592" fmla="*/ 6352359 h 6858000"/>
              <a:gd name="connsiteX593" fmla="*/ 694122 w 12199272"/>
              <a:gd name="connsiteY593" fmla="*/ 6348377 h 6858000"/>
              <a:gd name="connsiteX594" fmla="*/ 698523 w 12199272"/>
              <a:gd name="connsiteY594" fmla="*/ 6344822 h 6858000"/>
              <a:gd name="connsiteX595" fmla="*/ 701842 w 12199272"/>
              <a:gd name="connsiteY595" fmla="*/ 6340266 h 6858000"/>
              <a:gd name="connsiteX596" fmla="*/ 703937 w 12199272"/>
              <a:gd name="connsiteY596" fmla="*/ 6334969 h 6858000"/>
              <a:gd name="connsiteX597" fmla="*/ 704667 w 12199272"/>
              <a:gd name="connsiteY597" fmla="*/ 6329188 h 6858000"/>
              <a:gd name="connsiteX598" fmla="*/ 704667 w 12199272"/>
              <a:gd name="connsiteY598" fmla="*/ 6277512 h 6858000"/>
              <a:gd name="connsiteX599" fmla="*/ 581250 w 12199272"/>
              <a:gd name="connsiteY599" fmla="*/ 6352359 h 6858000"/>
              <a:gd name="connsiteX600" fmla="*/ 512614 w 12199272"/>
              <a:gd name="connsiteY600" fmla="*/ 6310735 h 6858000"/>
              <a:gd name="connsiteX601" fmla="*/ 512651 w 12199272"/>
              <a:gd name="connsiteY601" fmla="*/ 6225511 h 6858000"/>
              <a:gd name="connsiteX602" fmla="*/ 576185 w 12199272"/>
              <a:gd name="connsiteY602" fmla="*/ 6186958 h 6858000"/>
              <a:gd name="connsiteX603" fmla="*/ 578647 w 12199272"/>
              <a:gd name="connsiteY603" fmla="*/ 6185889 h 6858000"/>
              <a:gd name="connsiteX604" fmla="*/ 581250 w 12199272"/>
              <a:gd name="connsiteY604" fmla="*/ 6185532 h 6858000"/>
              <a:gd name="connsiteX605" fmla="*/ 583855 w 12199272"/>
              <a:gd name="connsiteY605" fmla="*/ 6185889 h 6858000"/>
              <a:gd name="connsiteX606" fmla="*/ 586321 w 12199272"/>
              <a:gd name="connsiteY606" fmla="*/ 6186960 h 6858000"/>
              <a:gd name="connsiteX607" fmla="*/ 649885 w 12199272"/>
              <a:gd name="connsiteY607" fmla="*/ 6225509 h 6858000"/>
              <a:gd name="connsiteX608" fmla="*/ 589785 w 12199272"/>
              <a:gd name="connsiteY608" fmla="*/ 6261958 h 6858000"/>
              <a:gd name="connsiteX609" fmla="*/ 585633 w 12199272"/>
              <a:gd name="connsiteY609" fmla="*/ 6263759 h 6858000"/>
              <a:gd name="connsiteX610" fmla="*/ 581250 w 12199272"/>
              <a:gd name="connsiteY610" fmla="*/ 6264359 h 6858000"/>
              <a:gd name="connsiteX611" fmla="*/ 576868 w 12199272"/>
              <a:gd name="connsiteY611" fmla="*/ 6263758 h 6858000"/>
              <a:gd name="connsiteX612" fmla="*/ 572716 w 12199272"/>
              <a:gd name="connsiteY612" fmla="*/ 6261956 h 6858000"/>
              <a:gd name="connsiteX613" fmla="*/ 529723 w 12199272"/>
              <a:gd name="connsiteY613" fmla="*/ 6235870 h 6858000"/>
              <a:gd name="connsiteX614" fmla="*/ 529693 w 12199272"/>
              <a:gd name="connsiteY614" fmla="*/ 6300334 h 6858000"/>
              <a:gd name="connsiteX615" fmla="*/ 581250 w 12199272"/>
              <a:gd name="connsiteY615" fmla="*/ 6331602 h 6858000"/>
              <a:gd name="connsiteX616" fmla="*/ 692128 w 12199272"/>
              <a:gd name="connsiteY616" fmla="*/ 6264359 h 6858000"/>
              <a:gd name="connsiteX617" fmla="*/ 704667 w 12199272"/>
              <a:gd name="connsiteY617" fmla="*/ 6256755 h 6858000"/>
              <a:gd name="connsiteX618" fmla="*/ 704667 w 12199272"/>
              <a:gd name="connsiteY618" fmla="*/ 6205076 h 6858000"/>
              <a:gd name="connsiteX619" fmla="*/ 703937 w 12199272"/>
              <a:gd name="connsiteY619" fmla="*/ 6199295 h 6858000"/>
              <a:gd name="connsiteX620" fmla="*/ 701842 w 12199272"/>
              <a:gd name="connsiteY620" fmla="*/ 6193998 h 6858000"/>
              <a:gd name="connsiteX621" fmla="*/ 698523 w 12199272"/>
              <a:gd name="connsiteY621" fmla="*/ 6189443 h 6858000"/>
              <a:gd name="connsiteX622" fmla="*/ 694122 w 12199272"/>
              <a:gd name="connsiteY622" fmla="*/ 6185888 h 6858000"/>
              <a:gd name="connsiteX623" fmla="*/ 693534 w 12199272"/>
              <a:gd name="connsiteY623" fmla="*/ 6185532 h 6858000"/>
              <a:gd name="connsiteX624" fmla="*/ 591796 w 12199272"/>
              <a:gd name="connsiteY624" fmla="*/ 6123833 h 6858000"/>
              <a:gd name="connsiteX625" fmla="*/ 586665 w 12199272"/>
              <a:gd name="connsiteY625" fmla="*/ 6121606 h 6858000"/>
              <a:gd name="connsiteX626" fmla="*/ 581250 w 12199272"/>
              <a:gd name="connsiteY626" fmla="*/ 6120863 h 6858000"/>
              <a:gd name="connsiteX627" fmla="*/ 0 w 12199272"/>
              <a:gd name="connsiteY627" fmla="*/ 0 h 6858000"/>
              <a:gd name="connsiteX628" fmla="*/ 12198355 w 12199272"/>
              <a:gd name="connsiteY628" fmla="*/ 3175 h 6858000"/>
              <a:gd name="connsiteX629" fmla="*/ 12198355 w 12199272"/>
              <a:gd name="connsiteY629" fmla="*/ 6858000 h 6858000"/>
              <a:gd name="connsiteX630" fmla="*/ 0 w 12199272"/>
              <a:gd name="connsiteY630" fmla="*/ 6858000 h 6858000"/>
              <a:gd name="connsiteX631" fmla="*/ 0 w 12199272"/>
              <a:gd name="connsiteY631" fmla="*/ 0 h 6858000"/>
              <a:gd name="connsiteX0" fmla="*/ 1007893 w 12199272"/>
              <a:gd name="connsiteY0" fmla="*/ 6278790 h 6867525"/>
              <a:gd name="connsiteX1" fmla="*/ 1012666 w 12199272"/>
              <a:gd name="connsiteY1" fmla="*/ 6279093 h 6867525"/>
              <a:gd name="connsiteX2" fmla="*/ 1017275 w 12199272"/>
              <a:gd name="connsiteY2" fmla="*/ 6280006 h 6867525"/>
              <a:gd name="connsiteX3" fmla="*/ 1021659 w 12199272"/>
              <a:gd name="connsiteY3" fmla="*/ 6281532 h 6867525"/>
              <a:gd name="connsiteX4" fmla="*/ 1025757 w 12199272"/>
              <a:gd name="connsiteY4" fmla="*/ 6283675 h 6867525"/>
              <a:gd name="connsiteX5" fmla="*/ 1029507 w 12199272"/>
              <a:gd name="connsiteY5" fmla="*/ 6286440 h 6867525"/>
              <a:gd name="connsiteX6" fmla="*/ 1032848 w 12199272"/>
              <a:gd name="connsiteY6" fmla="*/ 6289831 h 6867525"/>
              <a:gd name="connsiteX7" fmla="*/ 1035719 w 12199272"/>
              <a:gd name="connsiteY7" fmla="*/ 6293851 h 6867525"/>
              <a:gd name="connsiteX8" fmla="*/ 1038059 w 12199272"/>
              <a:gd name="connsiteY8" fmla="*/ 6298506 h 6867525"/>
              <a:gd name="connsiteX9" fmla="*/ 1039806 w 12199272"/>
              <a:gd name="connsiteY9" fmla="*/ 6303798 h 6867525"/>
              <a:gd name="connsiteX10" fmla="*/ 1040899 w 12199272"/>
              <a:gd name="connsiteY10" fmla="*/ 6309733 h 6867525"/>
              <a:gd name="connsiteX11" fmla="*/ 1041277 w 12199272"/>
              <a:gd name="connsiteY11" fmla="*/ 6316313 h 6867525"/>
              <a:gd name="connsiteX12" fmla="*/ 1040899 w 12199272"/>
              <a:gd name="connsiteY12" fmla="*/ 6322901 h 6867525"/>
              <a:gd name="connsiteX13" fmla="*/ 1039806 w 12199272"/>
              <a:gd name="connsiteY13" fmla="*/ 6328855 h 6867525"/>
              <a:gd name="connsiteX14" fmla="*/ 1038059 w 12199272"/>
              <a:gd name="connsiteY14" fmla="*/ 6334177 h 6867525"/>
              <a:gd name="connsiteX15" fmla="*/ 1035719 w 12199272"/>
              <a:gd name="connsiteY15" fmla="*/ 6338867 h 6867525"/>
              <a:gd name="connsiteX16" fmla="*/ 1032848 w 12199272"/>
              <a:gd name="connsiteY16" fmla="*/ 6342928 h 6867525"/>
              <a:gd name="connsiteX17" fmla="*/ 1029507 w 12199272"/>
              <a:gd name="connsiteY17" fmla="*/ 6346360 h 6867525"/>
              <a:gd name="connsiteX18" fmla="*/ 1025757 w 12199272"/>
              <a:gd name="connsiteY18" fmla="*/ 6349166 h 6867525"/>
              <a:gd name="connsiteX19" fmla="*/ 1021659 w 12199272"/>
              <a:gd name="connsiteY19" fmla="*/ 6351345 h 6867525"/>
              <a:gd name="connsiteX20" fmla="*/ 1017275 w 12199272"/>
              <a:gd name="connsiteY20" fmla="*/ 6352900 h 6867525"/>
              <a:gd name="connsiteX21" fmla="*/ 1012666 w 12199272"/>
              <a:gd name="connsiteY21" fmla="*/ 6353832 h 6867525"/>
              <a:gd name="connsiteX22" fmla="*/ 1007893 w 12199272"/>
              <a:gd name="connsiteY22" fmla="*/ 6354143 h 6867525"/>
              <a:gd name="connsiteX23" fmla="*/ 1003193 w 12199272"/>
              <a:gd name="connsiteY23" fmla="*/ 6353825 h 6867525"/>
              <a:gd name="connsiteX24" fmla="*/ 998645 w 12199272"/>
              <a:gd name="connsiteY24" fmla="*/ 6352875 h 6867525"/>
              <a:gd name="connsiteX25" fmla="*/ 994309 w 12199272"/>
              <a:gd name="connsiteY25" fmla="*/ 6351296 h 6867525"/>
              <a:gd name="connsiteX26" fmla="*/ 990249 w 12199272"/>
              <a:gd name="connsiteY26" fmla="*/ 6349089 h 6867525"/>
              <a:gd name="connsiteX27" fmla="*/ 986527 w 12199272"/>
              <a:gd name="connsiteY27" fmla="*/ 6346257 h 6867525"/>
              <a:gd name="connsiteX28" fmla="*/ 983207 w 12199272"/>
              <a:gd name="connsiteY28" fmla="*/ 6342805 h 6867525"/>
              <a:gd name="connsiteX29" fmla="*/ 980349 w 12199272"/>
              <a:gd name="connsiteY29" fmla="*/ 6338733 h 6867525"/>
              <a:gd name="connsiteX30" fmla="*/ 978018 w 12199272"/>
              <a:gd name="connsiteY30" fmla="*/ 6334045 h 6867525"/>
              <a:gd name="connsiteX31" fmla="*/ 976275 w 12199272"/>
              <a:gd name="connsiteY31" fmla="*/ 6328744 h 6867525"/>
              <a:gd name="connsiteX32" fmla="*/ 975184 w 12199272"/>
              <a:gd name="connsiteY32" fmla="*/ 6322833 h 6867525"/>
              <a:gd name="connsiteX33" fmla="*/ 974806 w 12199272"/>
              <a:gd name="connsiteY33" fmla="*/ 6316313 h 6867525"/>
              <a:gd name="connsiteX34" fmla="*/ 975184 w 12199272"/>
              <a:gd name="connsiteY34" fmla="*/ 6309733 h 6867525"/>
              <a:gd name="connsiteX35" fmla="*/ 976275 w 12199272"/>
              <a:gd name="connsiteY35" fmla="*/ 6303798 h 6867525"/>
              <a:gd name="connsiteX36" fmla="*/ 978018 w 12199272"/>
              <a:gd name="connsiteY36" fmla="*/ 6298506 h 6867525"/>
              <a:gd name="connsiteX37" fmla="*/ 980349 w 12199272"/>
              <a:gd name="connsiteY37" fmla="*/ 6293851 h 6867525"/>
              <a:gd name="connsiteX38" fmla="*/ 983207 w 12199272"/>
              <a:gd name="connsiteY38" fmla="*/ 6289831 h 6867525"/>
              <a:gd name="connsiteX39" fmla="*/ 986527 w 12199272"/>
              <a:gd name="connsiteY39" fmla="*/ 6286440 h 6867525"/>
              <a:gd name="connsiteX40" fmla="*/ 990249 w 12199272"/>
              <a:gd name="connsiteY40" fmla="*/ 6283675 h 6867525"/>
              <a:gd name="connsiteX41" fmla="*/ 994309 w 12199272"/>
              <a:gd name="connsiteY41" fmla="*/ 6281532 h 6867525"/>
              <a:gd name="connsiteX42" fmla="*/ 998645 w 12199272"/>
              <a:gd name="connsiteY42" fmla="*/ 6280006 h 6867525"/>
              <a:gd name="connsiteX43" fmla="*/ 1003193 w 12199272"/>
              <a:gd name="connsiteY43" fmla="*/ 6279093 h 6867525"/>
              <a:gd name="connsiteX44" fmla="*/ 1007893 w 12199272"/>
              <a:gd name="connsiteY44" fmla="*/ 6278790 h 6867525"/>
              <a:gd name="connsiteX45" fmla="*/ 1349948 w 12199272"/>
              <a:gd name="connsiteY45" fmla="*/ 6278789 h 6867525"/>
              <a:gd name="connsiteX46" fmla="*/ 1354581 w 12199272"/>
              <a:gd name="connsiteY46" fmla="*/ 6279086 h 6867525"/>
              <a:gd name="connsiteX47" fmla="*/ 1359089 w 12199272"/>
              <a:gd name="connsiteY47" fmla="*/ 6279980 h 6867525"/>
              <a:gd name="connsiteX48" fmla="*/ 1363405 w 12199272"/>
              <a:gd name="connsiteY48" fmla="*/ 6281481 h 6867525"/>
              <a:gd name="connsiteX49" fmla="*/ 1367462 w 12199272"/>
              <a:gd name="connsiteY49" fmla="*/ 6283597 h 6867525"/>
              <a:gd name="connsiteX50" fmla="*/ 1371195 w 12199272"/>
              <a:gd name="connsiteY50" fmla="*/ 6286336 h 6867525"/>
              <a:gd name="connsiteX51" fmla="*/ 1374536 w 12199272"/>
              <a:gd name="connsiteY51" fmla="*/ 6289706 h 6867525"/>
              <a:gd name="connsiteX52" fmla="*/ 1377418 w 12199272"/>
              <a:gd name="connsiteY52" fmla="*/ 6293715 h 6867525"/>
              <a:gd name="connsiteX53" fmla="*/ 1379777 w 12199272"/>
              <a:gd name="connsiteY53" fmla="*/ 6298373 h 6867525"/>
              <a:gd name="connsiteX54" fmla="*/ 1381543 w 12199272"/>
              <a:gd name="connsiteY54" fmla="*/ 6303686 h 6867525"/>
              <a:gd name="connsiteX55" fmla="*/ 1382652 w 12199272"/>
              <a:gd name="connsiteY55" fmla="*/ 6309663 h 6867525"/>
              <a:gd name="connsiteX56" fmla="*/ 1383037 w 12199272"/>
              <a:gd name="connsiteY56" fmla="*/ 6316313 h 6867525"/>
              <a:gd name="connsiteX57" fmla="*/ 1382652 w 12199272"/>
              <a:gd name="connsiteY57" fmla="*/ 6322970 h 6867525"/>
              <a:gd name="connsiteX58" fmla="*/ 1381543 w 12199272"/>
              <a:gd name="connsiteY58" fmla="*/ 6328967 h 6867525"/>
              <a:gd name="connsiteX59" fmla="*/ 1379777 w 12199272"/>
              <a:gd name="connsiteY59" fmla="*/ 6334309 h 6867525"/>
              <a:gd name="connsiteX60" fmla="*/ 1377418 w 12199272"/>
              <a:gd name="connsiteY60" fmla="*/ 6339003 h 6867525"/>
              <a:gd name="connsiteX61" fmla="*/ 1374536 w 12199272"/>
              <a:gd name="connsiteY61" fmla="*/ 6343052 h 6867525"/>
              <a:gd name="connsiteX62" fmla="*/ 1371195 w 12199272"/>
              <a:gd name="connsiteY62" fmla="*/ 6346464 h 6867525"/>
              <a:gd name="connsiteX63" fmla="*/ 1367462 w 12199272"/>
              <a:gd name="connsiteY63" fmla="*/ 6349243 h 6867525"/>
              <a:gd name="connsiteX64" fmla="*/ 1363405 w 12199272"/>
              <a:gd name="connsiteY64" fmla="*/ 6351394 h 6867525"/>
              <a:gd name="connsiteX65" fmla="*/ 1359089 w 12199272"/>
              <a:gd name="connsiteY65" fmla="*/ 6352925 h 6867525"/>
              <a:gd name="connsiteX66" fmla="*/ 1354581 w 12199272"/>
              <a:gd name="connsiteY66" fmla="*/ 6353839 h 6867525"/>
              <a:gd name="connsiteX67" fmla="*/ 1349948 w 12199272"/>
              <a:gd name="connsiteY67" fmla="*/ 6354142 h 6867525"/>
              <a:gd name="connsiteX68" fmla="*/ 1345382 w 12199272"/>
              <a:gd name="connsiteY68" fmla="*/ 6353832 h 6867525"/>
              <a:gd name="connsiteX69" fmla="*/ 1340916 w 12199272"/>
              <a:gd name="connsiteY69" fmla="*/ 6352900 h 6867525"/>
              <a:gd name="connsiteX70" fmla="*/ 1336620 w 12199272"/>
              <a:gd name="connsiteY70" fmla="*/ 6351345 h 6867525"/>
              <a:gd name="connsiteX71" fmla="*/ 1332565 w 12199272"/>
              <a:gd name="connsiteY71" fmla="*/ 6349165 h 6867525"/>
              <a:gd name="connsiteX72" fmla="*/ 1328822 w 12199272"/>
              <a:gd name="connsiteY72" fmla="*/ 6346360 h 6867525"/>
              <a:gd name="connsiteX73" fmla="*/ 1325461 w 12199272"/>
              <a:gd name="connsiteY73" fmla="*/ 6342928 h 6867525"/>
              <a:gd name="connsiteX74" fmla="*/ 1322553 w 12199272"/>
              <a:gd name="connsiteY74" fmla="*/ 6338868 h 6867525"/>
              <a:gd name="connsiteX75" fmla="*/ 1320168 w 12199272"/>
              <a:gd name="connsiteY75" fmla="*/ 6334177 h 6867525"/>
              <a:gd name="connsiteX76" fmla="*/ 1318378 w 12199272"/>
              <a:gd name="connsiteY76" fmla="*/ 6328855 h 6867525"/>
              <a:gd name="connsiteX77" fmla="*/ 1317251 w 12199272"/>
              <a:gd name="connsiteY77" fmla="*/ 6322901 h 6867525"/>
              <a:gd name="connsiteX78" fmla="*/ 1316860 w 12199272"/>
              <a:gd name="connsiteY78" fmla="*/ 6316313 h 6867525"/>
              <a:gd name="connsiteX79" fmla="*/ 1317251 w 12199272"/>
              <a:gd name="connsiteY79" fmla="*/ 6309663 h 6867525"/>
              <a:gd name="connsiteX80" fmla="*/ 1318378 w 12199272"/>
              <a:gd name="connsiteY80" fmla="*/ 6303686 h 6867525"/>
              <a:gd name="connsiteX81" fmla="*/ 1320168 w 12199272"/>
              <a:gd name="connsiteY81" fmla="*/ 6298373 h 6867525"/>
              <a:gd name="connsiteX82" fmla="*/ 1322553 w 12199272"/>
              <a:gd name="connsiteY82" fmla="*/ 6293715 h 6867525"/>
              <a:gd name="connsiteX83" fmla="*/ 1325461 w 12199272"/>
              <a:gd name="connsiteY83" fmla="*/ 6289706 h 6867525"/>
              <a:gd name="connsiteX84" fmla="*/ 1328822 w 12199272"/>
              <a:gd name="connsiteY84" fmla="*/ 6286336 h 6867525"/>
              <a:gd name="connsiteX85" fmla="*/ 1332565 w 12199272"/>
              <a:gd name="connsiteY85" fmla="*/ 6283597 h 6867525"/>
              <a:gd name="connsiteX86" fmla="*/ 1336620 w 12199272"/>
              <a:gd name="connsiteY86" fmla="*/ 6281481 h 6867525"/>
              <a:gd name="connsiteX87" fmla="*/ 1340916 w 12199272"/>
              <a:gd name="connsiteY87" fmla="*/ 6279980 h 6867525"/>
              <a:gd name="connsiteX88" fmla="*/ 1345382 w 12199272"/>
              <a:gd name="connsiteY88" fmla="*/ 6279086 h 6867525"/>
              <a:gd name="connsiteX89" fmla="*/ 1349948 w 12199272"/>
              <a:gd name="connsiteY89" fmla="*/ 6278789 h 6867525"/>
              <a:gd name="connsiteX90" fmla="*/ 1106434 w 12199272"/>
              <a:gd name="connsiteY90" fmla="*/ 6240657 h 6867525"/>
              <a:gd name="connsiteX91" fmla="*/ 1104886 w 12199272"/>
              <a:gd name="connsiteY91" fmla="*/ 6240980 h 6867525"/>
              <a:gd name="connsiteX92" fmla="*/ 1103622 w 12199272"/>
              <a:gd name="connsiteY92" fmla="*/ 6241860 h 6867525"/>
              <a:gd name="connsiteX93" fmla="*/ 1102769 w 12199272"/>
              <a:gd name="connsiteY93" fmla="*/ 6243166 h 6867525"/>
              <a:gd name="connsiteX94" fmla="*/ 1102457 w 12199272"/>
              <a:gd name="connsiteY94" fmla="*/ 6244764 h 6867525"/>
              <a:gd name="connsiteX95" fmla="*/ 1102457 w 12199272"/>
              <a:gd name="connsiteY95" fmla="*/ 6388168 h 6867525"/>
              <a:gd name="connsiteX96" fmla="*/ 1102769 w 12199272"/>
              <a:gd name="connsiteY96" fmla="*/ 6389767 h 6867525"/>
              <a:gd name="connsiteX97" fmla="*/ 1103622 w 12199272"/>
              <a:gd name="connsiteY97" fmla="*/ 6391072 h 6867525"/>
              <a:gd name="connsiteX98" fmla="*/ 1104886 w 12199272"/>
              <a:gd name="connsiteY98" fmla="*/ 6391952 h 6867525"/>
              <a:gd name="connsiteX99" fmla="*/ 1106434 w 12199272"/>
              <a:gd name="connsiteY99" fmla="*/ 6392275 h 6867525"/>
              <a:gd name="connsiteX100" fmla="*/ 1143384 w 12199272"/>
              <a:gd name="connsiteY100" fmla="*/ 6392275 h 6867525"/>
              <a:gd name="connsiteX101" fmla="*/ 1144932 w 12199272"/>
              <a:gd name="connsiteY101" fmla="*/ 6391952 h 6867525"/>
              <a:gd name="connsiteX102" fmla="*/ 1146197 w 12199272"/>
              <a:gd name="connsiteY102" fmla="*/ 6391072 h 6867525"/>
              <a:gd name="connsiteX103" fmla="*/ 1147050 w 12199272"/>
              <a:gd name="connsiteY103" fmla="*/ 6389767 h 6867525"/>
              <a:gd name="connsiteX104" fmla="*/ 1147362 w 12199272"/>
              <a:gd name="connsiteY104" fmla="*/ 6388168 h 6867525"/>
              <a:gd name="connsiteX105" fmla="*/ 1147362 w 12199272"/>
              <a:gd name="connsiteY105" fmla="*/ 6244764 h 6867525"/>
              <a:gd name="connsiteX106" fmla="*/ 1147050 w 12199272"/>
              <a:gd name="connsiteY106" fmla="*/ 6243166 h 6867525"/>
              <a:gd name="connsiteX107" fmla="*/ 1146197 w 12199272"/>
              <a:gd name="connsiteY107" fmla="*/ 6241860 h 6867525"/>
              <a:gd name="connsiteX108" fmla="*/ 1144932 w 12199272"/>
              <a:gd name="connsiteY108" fmla="*/ 6240980 h 6867525"/>
              <a:gd name="connsiteX109" fmla="*/ 1143384 w 12199272"/>
              <a:gd name="connsiteY109" fmla="*/ 6240657 h 6867525"/>
              <a:gd name="connsiteX110" fmla="*/ 1106434 w 12199272"/>
              <a:gd name="connsiteY110" fmla="*/ 6240657 h 6867525"/>
              <a:gd name="connsiteX111" fmla="*/ 1254739 w 12199272"/>
              <a:gd name="connsiteY111" fmla="*/ 6239132 h 6867525"/>
              <a:gd name="connsiteX112" fmla="*/ 1250024 w 12199272"/>
              <a:gd name="connsiteY112" fmla="*/ 6239375 h 6867525"/>
              <a:gd name="connsiteX113" fmla="*/ 1244879 w 12199272"/>
              <a:gd name="connsiteY113" fmla="*/ 6240162 h 6867525"/>
              <a:gd name="connsiteX114" fmla="*/ 1239513 w 12199272"/>
              <a:gd name="connsiteY114" fmla="*/ 6241577 h 6867525"/>
              <a:gd name="connsiteX115" fmla="*/ 1234133 w 12199272"/>
              <a:gd name="connsiteY115" fmla="*/ 6243708 h 6867525"/>
              <a:gd name="connsiteX116" fmla="*/ 1228947 w 12199272"/>
              <a:gd name="connsiteY116" fmla="*/ 6246639 h 6867525"/>
              <a:gd name="connsiteX117" fmla="*/ 1224162 w 12199272"/>
              <a:gd name="connsiteY117" fmla="*/ 6250458 h 6867525"/>
              <a:gd name="connsiteX118" fmla="*/ 1219987 w 12199272"/>
              <a:gd name="connsiteY118" fmla="*/ 6255248 h 6867525"/>
              <a:gd name="connsiteX119" fmla="*/ 1216628 w 12199272"/>
              <a:gd name="connsiteY119" fmla="*/ 6261097 h 6867525"/>
              <a:gd name="connsiteX120" fmla="*/ 1216628 w 12199272"/>
              <a:gd name="connsiteY120" fmla="*/ 6244763 h 6867525"/>
              <a:gd name="connsiteX121" fmla="*/ 1216316 w 12199272"/>
              <a:gd name="connsiteY121" fmla="*/ 6243165 h 6867525"/>
              <a:gd name="connsiteX122" fmla="*/ 1215463 w 12199272"/>
              <a:gd name="connsiteY122" fmla="*/ 6241860 h 6867525"/>
              <a:gd name="connsiteX123" fmla="*/ 1214199 w 12199272"/>
              <a:gd name="connsiteY123" fmla="*/ 6240979 h 6867525"/>
              <a:gd name="connsiteX124" fmla="*/ 1212650 w 12199272"/>
              <a:gd name="connsiteY124" fmla="*/ 6240657 h 6867525"/>
              <a:gd name="connsiteX125" fmla="*/ 1177178 w 12199272"/>
              <a:gd name="connsiteY125" fmla="*/ 6240657 h 6867525"/>
              <a:gd name="connsiteX126" fmla="*/ 1175630 w 12199272"/>
              <a:gd name="connsiteY126" fmla="*/ 6240979 h 6867525"/>
              <a:gd name="connsiteX127" fmla="*/ 1174366 w 12199272"/>
              <a:gd name="connsiteY127" fmla="*/ 6241860 h 6867525"/>
              <a:gd name="connsiteX128" fmla="*/ 1173513 w 12199272"/>
              <a:gd name="connsiteY128" fmla="*/ 6243165 h 6867525"/>
              <a:gd name="connsiteX129" fmla="*/ 1173201 w 12199272"/>
              <a:gd name="connsiteY129" fmla="*/ 6244763 h 6867525"/>
              <a:gd name="connsiteX130" fmla="*/ 1173201 w 12199272"/>
              <a:gd name="connsiteY130" fmla="*/ 6388167 h 6867525"/>
              <a:gd name="connsiteX131" fmla="*/ 1173513 w 12199272"/>
              <a:gd name="connsiteY131" fmla="*/ 6389767 h 6867525"/>
              <a:gd name="connsiteX132" fmla="*/ 1174366 w 12199272"/>
              <a:gd name="connsiteY132" fmla="*/ 6391073 h 6867525"/>
              <a:gd name="connsiteX133" fmla="*/ 1175630 w 12199272"/>
              <a:gd name="connsiteY133" fmla="*/ 6391953 h 6867525"/>
              <a:gd name="connsiteX134" fmla="*/ 1177178 w 12199272"/>
              <a:gd name="connsiteY134" fmla="*/ 6392276 h 6867525"/>
              <a:gd name="connsiteX135" fmla="*/ 1214127 w 12199272"/>
              <a:gd name="connsiteY135" fmla="*/ 6392276 h 6867525"/>
              <a:gd name="connsiteX136" fmla="*/ 1215676 w 12199272"/>
              <a:gd name="connsiteY136" fmla="*/ 6391953 h 6867525"/>
              <a:gd name="connsiteX137" fmla="*/ 1216940 w 12199272"/>
              <a:gd name="connsiteY137" fmla="*/ 6391073 h 6867525"/>
              <a:gd name="connsiteX138" fmla="*/ 1217792 w 12199272"/>
              <a:gd name="connsiteY138" fmla="*/ 6389767 h 6867525"/>
              <a:gd name="connsiteX139" fmla="*/ 1218105 w 12199272"/>
              <a:gd name="connsiteY139" fmla="*/ 6388167 h 6867525"/>
              <a:gd name="connsiteX140" fmla="*/ 1218105 w 12199272"/>
              <a:gd name="connsiteY140" fmla="*/ 6326074 h 6867525"/>
              <a:gd name="connsiteX141" fmla="*/ 1218497 w 12199272"/>
              <a:gd name="connsiteY141" fmla="*/ 6318306 h 6867525"/>
              <a:gd name="connsiteX142" fmla="*/ 1219630 w 12199272"/>
              <a:gd name="connsiteY142" fmla="*/ 6311451 h 6867525"/>
              <a:gd name="connsiteX143" fmla="*/ 1221437 w 12199272"/>
              <a:gd name="connsiteY143" fmla="*/ 6305471 h 6867525"/>
              <a:gd name="connsiteX144" fmla="*/ 1223855 w 12199272"/>
              <a:gd name="connsiteY144" fmla="*/ 6300332 h 6867525"/>
              <a:gd name="connsiteX145" fmla="*/ 1226817 w 12199272"/>
              <a:gd name="connsiteY145" fmla="*/ 6295995 h 6867525"/>
              <a:gd name="connsiteX146" fmla="*/ 1230259 w 12199272"/>
              <a:gd name="connsiteY146" fmla="*/ 6292426 h 6867525"/>
              <a:gd name="connsiteX147" fmla="*/ 1234115 w 12199272"/>
              <a:gd name="connsiteY147" fmla="*/ 6289587 h 6867525"/>
              <a:gd name="connsiteX148" fmla="*/ 1238320 w 12199272"/>
              <a:gd name="connsiteY148" fmla="*/ 6287442 h 6867525"/>
              <a:gd name="connsiteX149" fmla="*/ 1242809 w 12199272"/>
              <a:gd name="connsiteY149" fmla="*/ 6285955 h 6867525"/>
              <a:gd name="connsiteX150" fmla="*/ 1247516 w 12199272"/>
              <a:gd name="connsiteY150" fmla="*/ 6285090 h 6867525"/>
              <a:gd name="connsiteX151" fmla="*/ 1252376 w 12199272"/>
              <a:gd name="connsiteY151" fmla="*/ 6284809 h 6867525"/>
              <a:gd name="connsiteX152" fmla="*/ 1254599 w 12199272"/>
              <a:gd name="connsiteY152" fmla="*/ 6284837 h 6867525"/>
              <a:gd name="connsiteX153" fmla="*/ 1256730 w 12199272"/>
              <a:gd name="connsiteY153" fmla="*/ 6284927 h 6867525"/>
              <a:gd name="connsiteX154" fmla="*/ 1258821 w 12199272"/>
              <a:gd name="connsiteY154" fmla="*/ 6285090 h 6867525"/>
              <a:gd name="connsiteX155" fmla="*/ 1260894 w 12199272"/>
              <a:gd name="connsiteY155" fmla="*/ 6285334 h 6867525"/>
              <a:gd name="connsiteX156" fmla="*/ 1262471 w 12199272"/>
              <a:gd name="connsiteY156" fmla="*/ 6285238 h 6867525"/>
              <a:gd name="connsiteX157" fmla="*/ 1263347 w 12199272"/>
              <a:gd name="connsiteY157" fmla="*/ 6284809 h 6867525"/>
              <a:gd name="connsiteX158" fmla="*/ 1263848 w 12199272"/>
              <a:gd name="connsiteY158" fmla="*/ 6284564 h 6867525"/>
              <a:gd name="connsiteX159" fmla="*/ 1264877 w 12199272"/>
              <a:gd name="connsiteY159" fmla="*/ 6283414 h 6867525"/>
              <a:gd name="connsiteX160" fmla="*/ 1265415 w 12199272"/>
              <a:gd name="connsiteY160" fmla="*/ 6281888 h 6867525"/>
              <a:gd name="connsiteX161" fmla="*/ 1268444 w 12199272"/>
              <a:gd name="connsiteY161" fmla="*/ 6261097 h 6867525"/>
              <a:gd name="connsiteX162" fmla="*/ 1270750 w 12199272"/>
              <a:gd name="connsiteY162" fmla="*/ 6245263 h 6867525"/>
              <a:gd name="connsiteX163" fmla="*/ 1270687 w 12199272"/>
              <a:gd name="connsiteY163" fmla="*/ 6243692 h 6867525"/>
              <a:gd name="connsiteX164" fmla="*/ 1264312 w 12199272"/>
              <a:gd name="connsiteY164" fmla="*/ 6240006 h 6867525"/>
              <a:gd name="connsiteX165" fmla="*/ 1257574 w 12199272"/>
              <a:gd name="connsiteY165" fmla="*/ 6239237 h 6867525"/>
              <a:gd name="connsiteX166" fmla="*/ 1254739 w 12199272"/>
              <a:gd name="connsiteY166" fmla="*/ 6239132 h 6867525"/>
              <a:gd name="connsiteX167" fmla="*/ 1017052 w 12199272"/>
              <a:gd name="connsiteY167" fmla="*/ 6236996 h 6867525"/>
              <a:gd name="connsiteX168" fmla="*/ 1010253 w 12199272"/>
              <a:gd name="connsiteY168" fmla="*/ 6237334 h 6867525"/>
              <a:gd name="connsiteX169" fmla="*/ 1003864 w 12199272"/>
              <a:gd name="connsiteY169" fmla="*/ 6238297 h 6867525"/>
              <a:gd name="connsiteX170" fmla="*/ 997926 w 12199272"/>
              <a:gd name="connsiteY170" fmla="*/ 6239809 h 6867525"/>
              <a:gd name="connsiteX171" fmla="*/ 992476 w 12199272"/>
              <a:gd name="connsiteY171" fmla="*/ 6241797 h 6867525"/>
              <a:gd name="connsiteX172" fmla="*/ 987553 w 12199272"/>
              <a:gd name="connsiteY172" fmla="*/ 6244183 h 6867525"/>
              <a:gd name="connsiteX173" fmla="*/ 983198 w 12199272"/>
              <a:gd name="connsiteY173" fmla="*/ 6246894 h 6867525"/>
              <a:gd name="connsiteX174" fmla="*/ 979447 w 12199272"/>
              <a:gd name="connsiteY174" fmla="*/ 6249853 h 6867525"/>
              <a:gd name="connsiteX175" fmla="*/ 973919 w 12199272"/>
              <a:gd name="connsiteY175" fmla="*/ 6256215 h 6867525"/>
              <a:gd name="connsiteX176" fmla="*/ 973919 w 12199272"/>
              <a:gd name="connsiteY176" fmla="*/ 6244763 h 6867525"/>
              <a:gd name="connsiteX177" fmla="*/ 973606 w 12199272"/>
              <a:gd name="connsiteY177" fmla="*/ 6243165 h 6867525"/>
              <a:gd name="connsiteX178" fmla="*/ 972754 w 12199272"/>
              <a:gd name="connsiteY178" fmla="*/ 6241860 h 6867525"/>
              <a:gd name="connsiteX179" fmla="*/ 971489 w 12199272"/>
              <a:gd name="connsiteY179" fmla="*/ 6240979 h 6867525"/>
              <a:gd name="connsiteX180" fmla="*/ 969940 w 12199272"/>
              <a:gd name="connsiteY180" fmla="*/ 6240657 h 6867525"/>
              <a:gd name="connsiteX181" fmla="*/ 934469 w 12199272"/>
              <a:gd name="connsiteY181" fmla="*/ 6240657 h 6867525"/>
              <a:gd name="connsiteX182" fmla="*/ 932920 w 12199272"/>
              <a:gd name="connsiteY182" fmla="*/ 6240979 h 6867525"/>
              <a:gd name="connsiteX183" fmla="*/ 931655 w 12199272"/>
              <a:gd name="connsiteY183" fmla="*/ 6241860 h 6867525"/>
              <a:gd name="connsiteX184" fmla="*/ 930803 w 12199272"/>
              <a:gd name="connsiteY184" fmla="*/ 6243165 h 6867525"/>
              <a:gd name="connsiteX185" fmla="*/ 930490 w 12199272"/>
              <a:gd name="connsiteY185" fmla="*/ 6244763 h 6867525"/>
              <a:gd name="connsiteX186" fmla="*/ 930490 w 12199272"/>
              <a:gd name="connsiteY186" fmla="*/ 6446130 h 6867525"/>
              <a:gd name="connsiteX187" fmla="*/ 930803 w 12199272"/>
              <a:gd name="connsiteY187" fmla="*/ 6447729 h 6867525"/>
              <a:gd name="connsiteX188" fmla="*/ 931655 w 12199272"/>
              <a:gd name="connsiteY188" fmla="*/ 6449034 h 6867525"/>
              <a:gd name="connsiteX189" fmla="*/ 932920 w 12199272"/>
              <a:gd name="connsiteY189" fmla="*/ 6449914 h 6867525"/>
              <a:gd name="connsiteX190" fmla="*/ 934469 w 12199272"/>
              <a:gd name="connsiteY190" fmla="*/ 6450237 h 6867525"/>
              <a:gd name="connsiteX191" fmla="*/ 971418 w 12199272"/>
              <a:gd name="connsiteY191" fmla="*/ 6450237 h 6867525"/>
              <a:gd name="connsiteX192" fmla="*/ 972966 w 12199272"/>
              <a:gd name="connsiteY192" fmla="*/ 6449914 h 6867525"/>
              <a:gd name="connsiteX193" fmla="*/ 974230 w 12199272"/>
              <a:gd name="connsiteY193" fmla="*/ 6449034 h 6867525"/>
              <a:gd name="connsiteX194" fmla="*/ 975083 w 12199272"/>
              <a:gd name="connsiteY194" fmla="*/ 6447729 h 6867525"/>
              <a:gd name="connsiteX195" fmla="*/ 975395 w 12199272"/>
              <a:gd name="connsiteY195" fmla="*/ 6446130 h 6867525"/>
              <a:gd name="connsiteX196" fmla="*/ 975395 w 12199272"/>
              <a:gd name="connsiteY196" fmla="*/ 6380378 h 6867525"/>
              <a:gd name="connsiteX197" fmla="*/ 978285 w 12199272"/>
              <a:gd name="connsiteY197" fmla="*/ 6383485 h 6867525"/>
              <a:gd name="connsiteX198" fmla="*/ 981835 w 12199272"/>
              <a:gd name="connsiteY198" fmla="*/ 6386364 h 6867525"/>
              <a:gd name="connsiteX199" fmla="*/ 986016 w 12199272"/>
              <a:gd name="connsiteY199" fmla="*/ 6388958 h 6867525"/>
              <a:gd name="connsiteX200" fmla="*/ 990795 w 12199272"/>
              <a:gd name="connsiteY200" fmla="*/ 6391208 h 6867525"/>
              <a:gd name="connsiteX201" fmla="*/ 996142 w 12199272"/>
              <a:gd name="connsiteY201" fmla="*/ 6393057 h 6867525"/>
              <a:gd name="connsiteX202" fmla="*/ 1002026 w 12199272"/>
              <a:gd name="connsiteY202" fmla="*/ 6394450 h 6867525"/>
              <a:gd name="connsiteX203" fmla="*/ 1008415 w 12199272"/>
              <a:gd name="connsiteY203" fmla="*/ 6395327 h 6867525"/>
              <a:gd name="connsiteX204" fmla="*/ 1015278 w 12199272"/>
              <a:gd name="connsiteY204" fmla="*/ 6395632 h 6867525"/>
              <a:gd name="connsiteX205" fmla="*/ 1020801 w 12199272"/>
              <a:gd name="connsiteY205" fmla="*/ 6395428 h 6867525"/>
              <a:gd name="connsiteX206" fmla="*/ 1026165 w 12199272"/>
              <a:gd name="connsiteY206" fmla="*/ 6394823 h 6867525"/>
              <a:gd name="connsiteX207" fmla="*/ 1031359 w 12199272"/>
              <a:gd name="connsiteY207" fmla="*/ 6393828 h 6867525"/>
              <a:gd name="connsiteX208" fmla="*/ 1036375 w 12199272"/>
              <a:gd name="connsiteY208" fmla="*/ 6392455 h 6867525"/>
              <a:gd name="connsiteX209" fmla="*/ 1041203 w 12199272"/>
              <a:gd name="connsiteY209" fmla="*/ 6390715 h 6867525"/>
              <a:gd name="connsiteX210" fmla="*/ 1045833 w 12199272"/>
              <a:gd name="connsiteY210" fmla="*/ 6388620 h 6867525"/>
              <a:gd name="connsiteX211" fmla="*/ 1050256 w 12199272"/>
              <a:gd name="connsiteY211" fmla="*/ 6386181 h 6867525"/>
              <a:gd name="connsiteX212" fmla="*/ 1054462 w 12199272"/>
              <a:gd name="connsiteY212" fmla="*/ 6383409 h 6867525"/>
              <a:gd name="connsiteX213" fmla="*/ 1058363 w 12199272"/>
              <a:gd name="connsiteY213" fmla="*/ 6380378 h 6867525"/>
              <a:gd name="connsiteX214" fmla="*/ 1062187 w 12199272"/>
              <a:gd name="connsiteY214" fmla="*/ 6376912 h 6867525"/>
              <a:gd name="connsiteX215" fmla="*/ 1065687 w 12199272"/>
              <a:gd name="connsiteY215" fmla="*/ 6373209 h 6867525"/>
              <a:gd name="connsiteX216" fmla="*/ 1068932 w 12199272"/>
              <a:gd name="connsiteY216" fmla="*/ 6369219 h 6867525"/>
              <a:gd name="connsiteX217" fmla="*/ 1071913 w 12199272"/>
              <a:gd name="connsiteY217" fmla="*/ 6364953 h 6867525"/>
              <a:gd name="connsiteX218" fmla="*/ 1074621 w 12199272"/>
              <a:gd name="connsiteY218" fmla="*/ 6360423 h 6867525"/>
              <a:gd name="connsiteX219" fmla="*/ 1077046 w 12199272"/>
              <a:gd name="connsiteY219" fmla="*/ 6355639 h 6867525"/>
              <a:gd name="connsiteX220" fmla="*/ 1077680 w 12199272"/>
              <a:gd name="connsiteY220" fmla="*/ 6354143 h 6867525"/>
              <a:gd name="connsiteX221" fmla="*/ 1081008 w 12199272"/>
              <a:gd name="connsiteY221" fmla="*/ 6345356 h 6867525"/>
              <a:gd name="connsiteX222" fmla="*/ 1082527 w 12199272"/>
              <a:gd name="connsiteY222" fmla="*/ 6339880 h 6867525"/>
              <a:gd name="connsiteX223" fmla="*/ 1083727 w 12199272"/>
              <a:gd name="connsiteY223" fmla="*/ 6334177 h 6867525"/>
              <a:gd name="connsiteX224" fmla="*/ 1084591 w 12199272"/>
              <a:gd name="connsiteY224" fmla="*/ 6328315 h 6867525"/>
              <a:gd name="connsiteX225" fmla="*/ 1085119 w 12199272"/>
              <a:gd name="connsiteY225" fmla="*/ 6322249 h 6867525"/>
              <a:gd name="connsiteX226" fmla="*/ 1085297 w 12199272"/>
              <a:gd name="connsiteY226" fmla="*/ 6316009 h 6867525"/>
              <a:gd name="connsiteX227" fmla="*/ 1085138 w 12199272"/>
              <a:gd name="connsiteY227" fmla="*/ 6309886 h 6867525"/>
              <a:gd name="connsiteX228" fmla="*/ 1084666 w 12199272"/>
              <a:gd name="connsiteY228" fmla="*/ 6303923 h 6867525"/>
              <a:gd name="connsiteX229" fmla="*/ 1083885 w 12199272"/>
              <a:gd name="connsiteY229" fmla="*/ 6298132 h 6867525"/>
              <a:gd name="connsiteX230" fmla="*/ 1082801 w 12199272"/>
              <a:gd name="connsiteY230" fmla="*/ 6292525 h 6867525"/>
              <a:gd name="connsiteX231" fmla="*/ 1081418 w 12199272"/>
              <a:gd name="connsiteY231" fmla="*/ 6287115 h 6867525"/>
              <a:gd name="connsiteX232" fmla="*/ 1079741 w 12199272"/>
              <a:gd name="connsiteY232" fmla="*/ 6281913 h 6867525"/>
              <a:gd name="connsiteX233" fmla="*/ 1078509 w 12199272"/>
              <a:gd name="connsiteY233" fmla="*/ 6278790 h 6867525"/>
              <a:gd name="connsiteX234" fmla="*/ 1077776 w 12199272"/>
              <a:gd name="connsiteY234" fmla="*/ 6276931 h 6867525"/>
              <a:gd name="connsiteX235" fmla="*/ 1075527 w 12199272"/>
              <a:gd name="connsiteY235" fmla="*/ 6272183 h 6867525"/>
              <a:gd name="connsiteX236" fmla="*/ 1072999 w 12199272"/>
              <a:gd name="connsiteY236" fmla="*/ 6267679 h 6867525"/>
              <a:gd name="connsiteX237" fmla="*/ 1070198 w 12199272"/>
              <a:gd name="connsiteY237" fmla="*/ 6263433 h 6867525"/>
              <a:gd name="connsiteX238" fmla="*/ 1067128 w 12199272"/>
              <a:gd name="connsiteY238" fmla="*/ 6259457 h 6867525"/>
              <a:gd name="connsiteX239" fmla="*/ 1064203 w 12199272"/>
              <a:gd name="connsiteY239" fmla="*/ 6256215 h 6867525"/>
              <a:gd name="connsiteX240" fmla="*/ 1060201 w 12199272"/>
              <a:gd name="connsiteY240" fmla="*/ 6252361 h 6867525"/>
              <a:gd name="connsiteX241" fmla="*/ 1056355 w 12199272"/>
              <a:gd name="connsiteY241" fmla="*/ 6249267 h 6867525"/>
              <a:gd name="connsiteX242" fmla="*/ 1052260 w 12199272"/>
              <a:gd name="connsiteY242" fmla="*/ 6246491 h 6867525"/>
              <a:gd name="connsiteX243" fmla="*/ 1047922 w 12199272"/>
              <a:gd name="connsiteY243" fmla="*/ 6244045 h 6867525"/>
              <a:gd name="connsiteX244" fmla="*/ 1043344 w 12199272"/>
              <a:gd name="connsiteY244" fmla="*/ 6241942 h 6867525"/>
              <a:gd name="connsiteX245" fmla="*/ 1038533 w 12199272"/>
              <a:gd name="connsiteY245" fmla="*/ 6240194 h 6867525"/>
              <a:gd name="connsiteX246" fmla="*/ 1033494 w 12199272"/>
              <a:gd name="connsiteY246" fmla="*/ 6238813 h 6867525"/>
              <a:gd name="connsiteX247" fmla="*/ 1028230 w 12199272"/>
              <a:gd name="connsiteY247" fmla="*/ 6237812 h 6867525"/>
              <a:gd name="connsiteX248" fmla="*/ 1022748 w 12199272"/>
              <a:gd name="connsiteY248" fmla="*/ 6237202 h 6867525"/>
              <a:gd name="connsiteX249" fmla="*/ 1017052 w 12199272"/>
              <a:gd name="connsiteY249" fmla="*/ 6236996 h 6867525"/>
              <a:gd name="connsiteX250" fmla="*/ 1518121 w 12199272"/>
              <a:gd name="connsiteY250" fmla="*/ 6236081 h 6867525"/>
              <a:gd name="connsiteX251" fmla="*/ 1512547 w 12199272"/>
              <a:gd name="connsiteY251" fmla="*/ 6236268 h 6867525"/>
              <a:gd name="connsiteX252" fmla="*/ 1507086 w 12199272"/>
              <a:gd name="connsiteY252" fmla="*/ 6236823 h 6867525"/>
              <a:gd name="connsiteX253" fmla="*/ 1501751 w 12199272"/>
              <a:gd name="connsiteY253" fmla="*/ 6237736 h 6867525"/>
              <a:gd name="connsiteX254" fmla="*/ 1496554 w 12199272"/>
              <a:gd name="connsiteY254" fmla="*/ 6238997 h 6867525"/>
              <a:gd name="connsiteX255" fmla="*/ 1491508 w 12199272"/>
              <a:gd name="connsiteY255" fmla="*/ 6240598 h 6867525"/>
              <a:gd name="connsiteX256" fmla="*/ 1486625 w 12199272"/>
              <a:gd name="connsiteY256" fmla="*/ 6242529 h 6867525"/>
              <a:gd name="connsiteX257" fmla="*/ 1481918 w 12199272"/>
              <a:gd name="connsiteY257" fmla="*/ 6244779 h 6867525"/>
              <a:gd name="connsiteX258" fmla="*/ 1477398 w 12199272"/>
              <a:gd name="connsiteY258" fmla="*/ 6247341 h 6867525"/>
              <a:gd name="connsiteX259" fmla="*/ 1473080 w 12199272"/>
              <a:gd name="connsiteY259" fmla="*/ 6250204 h 6867525"/>
              <a:gd name="connsiteX260" fmla="*/ 1468975 w 12199272"/>
              <a:gd name="connsiteY260" fmla="*/ 6253359 h 6867525"/>
              <a:gd name="connsiteX261" fmla="*/ 1465095 w 12199272"/>
              <a:gd name="connsiteY261" fmla="*/ 6256796 h 6867525"/>
              <a:gd name="connsiteX262" fmla="*/ 1461455 w 12199272"/>
              <a:gd name="connsiteY262" fmla="*/ 6260506 h 6867525"/>
              <a:gd name="connsiteX263" fmla="*/ 1458064 w 12199272"/>
              <a:gd name="connsiteY263" fmla="*/ 6264480 h 6867525"/>
              <a:gd name="connsiteX264" fmla="*/ 1454938 w 12199272"/>
              <a:gd name="connsiteY264" fmla="*/ 6268707 h 6867525"/>
              <a:gd name="connsiteX265" fmla="*/ 1452087 w 12199272"/>
              <a:gd name="connsiteY265" fmla="*/ 6273179 h 6867525"/>
              <a:gd name="connsiteX266" fmla="*/ 1449525 w 12199272"/>
              <a:gd name="connsiteY266" fmla="*/ 6277886 h 6867525"/>
              <a:gd name="connsiteX267" fmla="*/ 1447263 w 12199272"/>
              <a:gd name="connsiteY267" fmla="*/ 6282819 h 6867525"/>
              <a:gd name="connsiteX268" fmla="*/ 1445310 w 12199272"/>
              <a:gd name="connsiteY268" fmla="*/ 6287986 h 6867525"/>
              <a:gd name="connsiteX269" fmla="*/ 1443694 w 12199272"/>
              <a:gd name="connsiteY269" fmla="*/ 6293322 h 6867525"/>
              <a:gd name="connsiteX270" fmla="*/ 1442411 w 12199272"/>
              <a:gd name="connsiteY270" fmla="*/ 6298874 h 6867525"/>
              <a:gd name="connsiteX271" fmla="*/ 1441479 w 12199272"/>
              <a:gd name="connsiteY271" fmla="*/ 6304614 h 6867525"/>
              <a:gd name="connsiteX272" fmla="*/ 1440910 w 12199272"/>
              <a:gd name="connsiteY272" fmla="*/ 6310532 h 6867525"/>
              <a:gd name="connsiteX273" fmla="*/ 1440718 w 12199272"/>
              <a:gd name="connsiteY273" fmla="*/ 6316619 h 6867525"/>
              <a:gd name="connsiteX274" fmla="*/ 1440899 w 12199272"/>
              <a:gd name="connsiteY274" fmla="*/ 6322418 h 6867525"/>
              <a:gd name="connsiteX275" fmla="*/ 1441435 w 12199272"/>
              <a:gd name="connsiteY275" fmla="*/ 6328066 h 6867525"/>
              <a:gd name="connsiteX276" fmla="*/ 1442314 w 12199272"/>
              <a:gd name="connsiteY276" fmla="*/ 6333554 h 6867525"/>
              <a:gd name="connsiteX277" fmla="*/ 1443524 w 12199272"/>
              <a:gd name="connsiteY277" fmla="*/ 6338874 h 6867525"/>
              <a:gd name="connsiteX278" fmla="*/ 1445055 w 12199272"/>
              <a:gd name="connsiteY278" fmla="*/ 6344017 h 6867525"/>
              <a:gd name="connsiteX279" fmla="*/ 1446894 w 12199272"/>
              <a:gd name="connsiteY279" fmla="*/ 6348975 h 6867525"/>
              <a:gd name="connsiteX280" fmla="*/ 1449030 w 12199272"/>
              <a:gd name="connsiteY280" fmla="*/ 6353738 h 6867525"/>
              <a:gd name="connsiteX281" fmla="*/ 1451452 w 12199272"/>
              <a:gd name="connsiteY281" fmla="*/ 6358299 h 6867525"/>
              <a:gd name="connsiteX282" fmla="*/ 1454147 w 12199272"/>
              <a:gd name="connsiteY282" fmla="*/ 6362650 h 6867525"/>
              <a:gd name="connsiteX283" fmla="*/ 1457105 w 12199272"/>
              <a:gd name="connsiteY283" fmla="*/ 6366781 h 6867525"/>
              <a:gd name="connsiteX284" fmla="*/ 1460313 w 12199272"/>
              <a:gd name="connsiteY284" fmla="*/ 6370685 h 6867525"/>
              <a:gd name="connsiteX285" fmla="*/ 1463761 w 12199272"/>
              <a:gd name="connsiteY285" fmla="*/ 6374352 h 6867525"/>
              <a:gd name="connsiteX286" fmla="*/ 1467436 w 12199272"/>
              <a:gd name="connsiteY286" fmla="*/ 6377775 h 6867525"/>
              <a:gd name="connsiteX287" fmla="*/ 1471328 w 12199272"/>
              <a:gd name="connsiteY287" fmla="*/ 6380944 h 6867525"/>
              <a:gd name="connsiteX288" fmla="*/ 1475425 w 12199272"/>
              <a:gd name="connsiteY288" fmla="*/ 6383852 h 6867525"/>
              <a:gd name="connsiteX289" fmla="*/ 1479714 w 12199272"/>
              <a:gd name="connsiteY289" fmla="*/ 6386489 h 6867525"/>
              <a:gd name="connsiteX290" fmla="*/ 1484185 w 12199272"/>
              <a:gd name="connsiteY290" fmla="*/ 6388849 h 6867525"/>
              <a:gd name="connsiteX291" fmla="*/ 1488826 w 12199272"/>
              <a:gd name="connsiteY291" fmla="*/ 6390921 h 6867525"/>
              <a:gd name="connsiteX292" fmla="*/ 1493626 w 12199272"/>
              <a:gd name="connsiteY292" fmla="*/ 6392697 h 6867525"/>
              <a:gd name="connsiteX293" fmla="*/ 1498572 w 12199272"/>
              <a:gd name="connsiteY293" fmla="*/ 6394170 h 6867525"/>
              <a:gd name="connsiteX294" fmla="*/ 1503654 w 12199272"/>
              <a:gd name="connsiteY294" fmla="*/ 6395330 h 6867525"/>
              <a:gd name="connsiteX295" fmla="*/ 1508860 w 12199272"/>
              <a:gd name="connsiteY295" fmla="*/ 6396169 h 6867525"/>
              <a:gd name="connsiteX296" fmla="*/ 1514178 w 12199272"/>
              <a:gd name="connsiteY296" fmla="*/ 6396678 h 6867525"/>
              <a:gd name="connsiteX297" fmla="*/ 1519597 w 12199272"/>
              <a:gd name="connsiteY297" fmla="*/ 6396850 h 6867525"/>
              <a:gd name="connsiteX298" fmla="*/ 1526428 w 12199272"/>
              <a:gd name="connsiteY298" fmla="*/ 6396579 h 6867525"/>
              <a:gd name="connsiteX299" fmla="*/ 1532938 w 12199272"/>
              <a:gd name="connsiteY299" fmla="*/ 6395786 h 6867525"/>
              <a:gd name="connsiteX300" fmla="*/ 1539123 w 12199272"/>
              <a:gd name="connsiteY300" fmla="*/ 6394505 h 6867525"/>
              <a:gd name="connsiteX301" fmla="*/ 1544980 w 12199272"/>
              <a:gd name="connsiteY301" fmla="*/ 6392768 h 6867525"/>
              <a:gd name="connsiteX302" fmla="*/ 1550506 w 12199272"/>
              <a:gd name="connsiteY302" fmla="*/ 6390607 h 6867525"/>
              <a:gd name="connsiteX303" fmla="*/ 1555698 w 12199272"/>
              <a:gd name="connsiteY303" fmla="*/ 6388054 h 6867525"/>
              <a:gd name="connsiteX304" fmla="*/ 1560552 w 12199272"/>
              <a:gd name="connsiteY304" fmla="*/ 6385143 h 6867525"/>
              <a:gd name="connsiteX305" fmla="*/ 1565064 w 12199272"/>
              <a:gd name="connsiteY305" fmla="*/ 6381905 h 6867525"/>
              <a:gd name="connsiteX306" fmla="*/ 1569232 w 12199272"/>
              <a:gd name="connsiteY306" fmla="*/ 6378373 h 6867525"/>
              <a:gd name="connsiteX307" fmla="*/ 1573052 w 12199272"/>
              <a:gd name="connsiteY307" fmla="*/ 6374579 h 6867525"/>
              <a:gd name="connsiteX308" fmla="*/ 1576520 w 12199272"/>
              <a:gd name="connsiteY308" fmla="*/ 6370556 h 6867525"/>
              <a:gd name="connsiteX309" fmla="*/ 1579635 w 12199272"/>
              <a:gd name="connsiteY309" fmla="*/ 6366337 h 6867525"/>
              <a:gd name="connsiteX310" fmla="*/ 1582391 w 12199272"/>
              <a:gd name="connsiteY310" fmla="*/ 6361953 h 6867525"/>
              <a:gd name="connsiteX311" fmla="*/ 1584786 w 12199272"/>
              <a:gd name="connsiteY311" fmla="*/ 6357438 h 6867525"/>
              <a:gd name="connsiteX312" fmla="*/ 1586236 w 12199272"/>
              <a:gd name="connsiteY312" fmla="*/ 6354142 h 6867525"/>
              <a:gd name="connsiteX313" fmla="*/ 1586816 w 12199272"/>
              <a:gd name="connsiteY313" fmla="*/ 6352822 h 6867525"/>
              <a:gd name="connsiteX314" fmla="*/ 1588479 w 12199272"/>
              <a:gd name="connsiteY314" fmla="*/ 6348140 h 6867525"/>
              <a:gd name="connsiteX315" fmla="*/ 1588664 w 12199272"/>
              <a:gd name="connsiteY315" fmla="*/ 6346485 h 6867525"/>
              <a:gd name="connsiteX316" fmla="*/ 1588235 w 12199272"/>
              <a:gd name="connsiteY316" fmla="*/ 6344942 h 6867525"/>
              <a:gd name="connsiteX317" fmla="*/ 1587274 w 12199272"/>
              <a:gd name="connsiteY317" fmla="*/ 6343685 h 6867525"/>
              <a:gd name="connsiteX318" fmla="*/ 1585862 w 12199272"/>
              <a:gd name="connsiteY318" fmla="*/ 6342887 h 6867525"/>
              <a:gd name="connsiteX319" fmla="*/ 1553627 w 12199272"/>
              <a:gd name="connsiteY319" fmla="*/ 6332703 h 6867525"/>
              <a:gd name="connsiteX320" fmla="*/ 1552160 w 12199272"/>
              <a:gd name="connsiteY320" fmla="*/ 6332537 h 6867525"/>
              <a:gd name="connsiteX321" fmla="*/ 1550782 w 12199272"/>
              <a:gd name="connsiteY321" fmla="*/ 6332922 h 6867525"/>
              <a:gd name="connsiteX322" fmla="*/ 1549622 w 12199272"/>
              <a:gd name="connsiteY322" fmla="*/ 6333788 h 6867525"/>
              <a:gd name="connsiteX323" fmla="*/ 1548805 w 12199272"/>
              <a:gd name="connsiteY323" fmla="*/ 6335066 h 6867525"/>
              <a:gd name="connsiteX324" fmla="*/ 1546706 w 12199272"/>
              <a:gd name="connsiteY324" fmla="*/ 6339274 h 6867525"/>
              <a:gd name="connsiteX325" fmla="*/ 1543941 w 12199272"/>
              <a:gd name="connsiteY325" fmla="*/ 6343224 h 6867525"/>
              <a:gd name="connsiteX326" fmla="*/ 1540495 w 12199272"/>
              <a:gd name="connsiteY326" fmla="*/ 6346776 h 6867525"/>
              <a:gd name="connsiteX327" fmla="*/ 1536352 w 12199272"/>
              <a:gd name="connsiteY327" fmla="*/ 6349785 h 6867525"/>
              <a:gd name="connsiteX328" fmla="*/ 1531498 w 12199272"/>
              <a:gd name="connsiteY328" fmla="*/ 6352111 h 6867525"/>
              <a:gd name="connsiteX329" fmla="*/ 1525918 w 12199272"/>
              <a:gd name="connsiteY329" fmla="*/ 6353611 h 6867525"/>
              <a:gd name="connsiteX330" fmla="*/ 1519597 w 12199272"/>
              <a:gd name="connsiteY330" fmla="*/ 6354142 h 6867525"/>
              <a:gd name="connsiteX331" fmla="*/ 1514604 w 12199272"/>
              <a:gd name="connsiteY331" fmla="*/ 6353811 h 6867525"/>
              <a:gd name="connsiteX332" fmla="*/ 1509815 w 12199272"/>
              <a:gd name="connsiteY332" fmla="*/ 6352827 h 6867525"/>
              <a:gd name="connsiteX333" fmla="*/ 1505287 w 12199272"/>
              <a:gd name="connsiteY333" fmla="*/ 6351203 h 6867525"/>
              <a:gd name="connsiteX334" fmla="*/ 1501076 w 12199272"/>
              <a:gd name="connsiteY334" fmla="*/ 6348949 h 6867525"/>
              <a:gd name="connsiteX335" fmla="*/ 1497242 w 12199272"/>
              <a:gd name="connsiteY335" fmla="*/ 6346080 h 6867525"/>
              <a:gd name="connsiteX336" fmla="*/ 1493840 w 12199272"/>
              <a:gd name="connsiteY336" fmla="*/ 6342607 h 6867525"/>
              <a:gd name="connsiteX337" fmla="*/ 1490928 w 12199272"/>
              <a:gd name="connsiteY337" fmla="*/ 6338542 h 6867525"/>
              <a:gd name="connsiteX338" fmla="*/ 1488564 w 12199272"/>
              <a:gd name="connsiteY338" fmla="*/ 6333899 h 6867525"/>
              <a:gd name="connsiteX339" fmla="*/ 1486804 w 12199272"/>
              <a:gd name="connsiteY339" fmla="*/ 6328689 h 6867525"/>
              <a:gd name="connsiteX340" fmla="*/ 1485706 w 12199272"/>
              <a:gd name="connsiteY340" fmla="*/ 6322925 h 6867525"/>
              <a:gd name="connsiteX341" fmla="*/ 1485327 w 12199272"/>
              <a:gd name="connsiteY341" fmla="*/ 6316619 h 6867525"/>
              <a:gd name="connsiteX342" fmla="*/ 1485692 w 12199272"/>
              <a:gd name="connsiteY342" fmla="*/ 6310236 h 6867525"/>
              <a:gd name="connsiteX343" fmla="*/ 1486752 w 12199272"/>
              <a:gd name="connsiteY343" fmla="*/ 6304410 h 6867525"/>
              <a:gd name="connsiteX344" fmla="*/ 1488456 w 12199272"/>
              <a:gd name="connsiteY344" fmla="*/ 6299150 h 6867525"/>
              <a:gd name="connsiteX345" fmla="*/ 1490750 w 12199272"/>
              <a:gd name="connsiteY345" fmla="*/ 6294468 h 6867525"/>
              <a:gd name="connsiteX346" fmla="*/ 1493584 w 12199272"/>
              <a:gd name="connsiteY346" fmla="*/ 6290374 h 6867525"/>
              <a:gd name="connsiteX347" fmla="*/ 1496906 w 12199272"/>
              <a:gd name="connsiteY347" fmla="*/ 6286880 h 6867525"/>
              <a:gd name="connsiteX348" fmla="*/ 1500663 w 12199272"/>
              <a:gd name="connsiteY348" fmla="*/ 6283997 h 6867525"/>
              <a:gd name="connsiteX349" fmla="*/ 1504804 w 12199272"/>
              <a:gd name="connsiteY349" fmla="*/ 6281735 h 6867525"/>
              <a:gd name="connsiteX350" fmla="*/ 1509276 w 12199272"/>
              <a:gd name="connsiteY350" fmla="*/ 6280106 h 6867525"/>
              <a:gd name="connsiteX351" fmla="*/ 1514028 w 12199272"/>
              <a:gd name="connsiteY351" fmla="*/ 6279120 h 6867525"/>
              <a:gd name="connsiteX352" fmla="*/ 1519008 w 12199272"/>
              <a:gd name="connsiteY352" fmla="*/ 6278789 h 6867525"/>
              <a:gd name="connsiteX353" fmla="*/ 1525289 w 12199272"/>
              <a:gd name="connsiteY353" fmla="*/ 6279308 h 6867525"/>
              <a:gd name="connsiteX354" fmla="*/ 1530765 w 12199272"/>
              <a:gd name="connsiteY354" fmla="*/ 6280776 h 6867525"/>
              <a:gd name="connsiteX355" fmla="*/ 1535471 w 12199272"/>
              <a:gd name="connsiteY355" fmla="*/ 6283064 h 6867525"/>
              <a:gd name="connsiteX356" fmla="*/ 1539447 w 12199272"/>
              <a:gd name="connsiteY356" fmla="*/ 6286041 h 6867525"/>
              <a:gd name="connsiteX357" fmla="*/ 1542728 w 12199272"/>
              <a:gd name="connsiteY357" fmla="*/ 6289575 h 6867525"/>
              <a:gd name="connsiteX358" fmla="*/ 1545352 w 12199272"/>
              <a:gd name="connsiteY358" fmla="*/ 6293537 h 6867525"/>
              <a:gd name="connsiteX359" fmla="*/ 1547356 w 12199272"/>
              <a:gd name="connsiteY359" fmla="*/ 6297795 h 6867525"/>
              <a:gd name="connsiteX360" fmla="*/ 1548161 w 12199272"/>
              <a:gd name="connsiteY360" fmla="*/ 6299099 h 6867525"/>
              <a:gd name="connsiteX361" fmla="*/ 1549322 w 12199272"/>
              <a:gd name="connsiteY361" fmla="*/ 6299988 h 6867525"/>
              <a:gd name="connsiteX362" fmla="*/ 1550709 w 12199272"/>
              <a:gd name="connsiteY362" fmla="*/ 6300390 h 6867525"/>
              <a:gd name="connsiteX363" fmla="*/ 1552192 w 12199272"/>
              <a:gd name="connsiteY363" fmla="*/ 6300231 h 6867525"/>
              <a:gd name="connsiteX364" fmla="*/ 1584982 w 12199272"/>
              <a:gd name="connsiteY364" fmla="*/ 6290024 h 6867525"/>
              <a:gd name="connsiteX365" fmla="*/ 1586395 w 12199272"/>
              <a:gd name="connsiteY365" fmla="*/ 6289235 h 6867525"/>
              <a:gd name="connsiteX366" fmla="*/ 1587360 w 12199272"/>
              <a:gd name="connsiteY366" fmla="*/ 6287986 h 6867525"/>
              <a:gd name="connsiteX367" fmla="*/ 1587797 w 12199272"/>
              <a:gd name="connsiteY367" fmla="*/ 6286448 h 6867525"/>
              <a:gd name="connsiteX368" fmla="*/ 1587624 w 12199272"/>
              <a:gd name="connsiteY368" fmla="*/ 6284794 h 6867525"/>
              <a:gd name="connsiteX369" fmla="*/ 1586087 w 12199272"/>
              <a:gd name="connsiteY369" fmla="*/ 6280308 h 6867525"/>
              <a:gd name="connsiteX370" fmla="*/ 1585447 w 12199272"/>
              <a:gd name="connsiteY370" fmla="*/ 6278789 h 6867525"/>
              <a:gd name="connsiteX371" fmla="*/ 1584229 w 12199272"/>
              <a:gd name="connsiteY371" fmla="*/ 6275899 h 6867525"/>
              <a:gd name="connsiteX372" fmla="*/ 1582051 w 12199272"/>
              <a:gd name="connsiteY372" fmla="*/ 6271591 h 6867525"/>
              <a:gd name="connsiteX373" fmla="*/ 1579553 w 12199272"/>
              <a:gd name="connsiteY373" fmla="*/ 6267410 h 6867525"/>
              <a:gd name="connsiteX374" fmla="*/ 1576736 w 12199272"/>
              <a:gd name="connsiteY374" fmla="*/ 6263381 h 6867525"/>
              <a:gd name="connsiteX375" fmla="*/ 1573599 w 12199272"/>
              <a:gd name="connsiteY375" fmla="*/ 6259529 h 6867525"/>
              <a:gd name="connsiteX376" fmla="*/ 1570144 w 12199272"/>
              <a:gd name="connsiteY376" fmla="*/ 6255880 h 6867525"/>
              <a:gd name="connsiteX377" fmla="*/ 1566370 w 12199272"/>
              <a:gd name="connsiteY377" fmla="*/ 6252459 h 6867525"/>
              <a:gd name="connsiteX378" fmla="*/ 1562278 w 12199272"/>
              <a:gd name="connsiteY378" fmla="*/ 6249291 h 6867525"/>
              <a:gd name="connsiteX379" fmla="*/ 1557868 w 12199272"/>
              <a:gd name="connsiteY379" fmla="*/ 6246401 h 6867525"/>
              <a:gd name="connsiteX380" fmla="*/ 1553140 w 12199272"/>
              <a:gd name="connsiteY380" fmla="*/ 6243814 h 6867525"/>
              <a:gd name="connsiteX381" fmla="*/ 1548095 w 12199272"/>
              <a:gd name="connsiteY381" fmla="*/ 6241556 h 6867525"/>
              <a:gd name="connsiteX382" fmla="*/ 1542733 w 12199272"/>
              <a:gd name="connsiteY382" fmla="*/ 6239653 h 6867525"/>
              <a:gd name="connsiteX383" fmla="*/ 1537054 w 12199272"/>
              <a:gd name="connsiteY383" fmla="*/ 6238128 h 6867525"/>
              <a:gd name="connsiteX384" fmla="*/ 1531059 w 12199272"/>
              <a:gd name="connsiteY384" fmla="*/ 6237008 h 6867525"/>
              <a:gd name="connsiteX385" fmla="*/ 1524748 w 12199272"/>
              <a:gd name="connsiteY385" fmla="*/ 6236317 h 6867525"/>
              <a:gd name="connsiteX386" fmla="*/ 1518121 w 12199272"/>
              <a:gd name="connsiteY386" fmla="*/ 6236081 h 6867525"/>
              <a:gd name="connsiteX387" fmla="*/ 1349948 w 12199272"/>
              <a:gd name="connsiteY387" fmla="*/ 6236081 h 6867525"/>
              <a:gd name="connsiteX388" fmla="*/ 1344301 w 12199272"/>
              <a:gd name="connsiteY388" fmla="*/ 6236268 h 6867525"/>
              <a:gd name="connsiteX389" fmla="*/ 1338773 w 12199272"/>
              <a:gd name="connsiteY389" fmla="*/ 6236823 h 6867525"/>
              <a:gd name="connsiteX390" fmla="*/ 1333377 w 12199272"/>
              <a:gd name="connsiteY390" fmla="*/ 6237735 h 6867525"/>
              <a:gd name="connsiteX391" fmla="*/ 1328124 w 12199272"/>
              <a:gd name="connsiteY391" fmla="*/ 6238996 h 6867525"/>
              <a:gd name="connsiteX392" fmla="*/ 1323028 w 12199272"/>
              <a:gd name="connsiteY392" fmla="*/ 6240595 h 6867525"/>
              <a:gd name="connsiteX393" fmla="*/ 1318101 w 12199272"/>
              <a:gd name="connsiteY393" fmla="*/ 6242523 h 6867525"/>
              <a:gd name="connsiteX394" fmla="*/ 1313353 w 12199272"/>
              <a:gd name="connsiteY394" fmla="*/ 6244771 h 6867525"/>
              <a:gd name="connsiteX395" fmla="*/ 1308799 w 12199272"/>
              <a:gd name="connsiteY395" fmla="*/ 6247328 h 6867525"/>
              <a:gd name="connsiteX396" fmla="*/ 1304450 w 12199272"/>
              <a:gd name="connsiteY396" fmla="*/ 6250186 h 6867525"/>
              <a:gd name="connsiteX397" fmla="*/ 1300319 w 12199272"/>
              <a:gd name="connsiteY397" fmla="*/ 6253334 h 6867525"/>
              <a:gd name="connsiteX398" fmla="*/ 1296416 w 12199272"/>
              <a:gd name="connsiteY398" fmla="*/ 6256763 h 6867525"/>
              <a:gd name="connsiteX399" fmla="*/ 1292756 w 12199272"/>
              <a:gd name="connsiteY399" fmla="*/ 6260463 h 6867525"/>
              <a:gd name="connsiteX400" fmla="*/ 1289350 w 12199272"/>
              <a:gd name="connsiteY400" fmla="*/ 6264425 h 6867525"/>
              <a:gd name="connsiteX401" fmla="*/ 1286210 w 12199272"/>
              <a:gd name="connsiteY401" fmla="*/ 6268638 h 6867525"/>
              <a:gd name="connsiteX402" fmla="*/ 1283349 w 12199272"/>
              <a:gd name="connsiteY402" fmla="*/ 6273094 h 6867525"/>
              <a:gd name="connsiteX403" fmla="*/ 1280778 w 12199272"/>
              <a:gd name="connsiteY403" fmla="*/ 6277783 h 6867525"/>
              <a:gd name="connsiteX404" fmla="*/ 1278511 w 12199272"/>
              <a:gd name="connsiteY404" fmla="*/ 6282695 h 6867525"/>
              <a:gd name="connsiteX405" fmla="*/ 1276559 w 12199272"/>
              <a:gd name="connsiteY405" fmla="*/ 6287821 h 6867525"/>
              <a:gd name="connsiteX406" fmla="*/ 1274934 w 12199272"/>
              <a:gd name="connsiteY406" fmla="*/ 6293150 h 6867525"/>
              <a:gd name="connsiteX407" fmla="*/ 1273649 w 12199272"/>
              <a:gd name="connsiteY407" fmla="*/ 6298673 h 6867525"/>
              <a:gd name="connsiteX408" fmla="*/ 1272716 w 12199272"/>
              <a:gd name="connsiteY408" fmla="*/ 6304381 h 6867525"/>
              <a:gd name="connsiteX409" fmla="*/ 1272147 w 12199272"/>
              <a:gd name="connsiteY409" fmla="*/ 6310264 h 6867525"/>
              <a:gd name="connsiteX410" fmla="*/ 1271955 w 12199272"/>
              <a:gd name="connsiteY410" fmla="*/ 6316313 h 6867525"/>
              <a:gd name="connsiteX411" fmla="*/ 1272132 w 12199272"/>
              <a:gd name="connsiteY411" fmla="*/ 6322114 h 6867525"/>
              <a:gd name="connsiteX412" fmla="*/ 1272655 w 12199272"/>
              <a:gd name="connsiteY412" fmla="*/ 6327767 h 6867525"/>
              <a:gd name="connsiteX413" fmla="*/ 1273513 w 12199272"/>
              <a:gd name="connsiteY413" fmla="*/ 6333262 h 6867525"/>
              <a:gd name="connsiteX414" fmla="*/ 1274696 w 12199272"/>
              <a:gd name="connsiteY414" fmla="*/ 6338592 h 6867525"/>
              <a:gd name="connsiteX415" fmla="*/ 1276193 w 12199272"/>
              <a:gd name="connsiteY415" fmla="*/ 6343746 h 6867525"/>
              <a:gd name="connsiteX416" fmla="*/ 1277993 w 12199272"/>
              <a:gd name="connsiteY416" fmla="*/ 6348717 h 6867525"/>
              <a:gd name="connsiteX417" fmla="*/ 1280085 w 12199272"/>
              <a:gd name="connsiteY417" fmla="*/ 6353496 h 6867525"/>
              <a:gd name="connsiteX418" fmla="*/ 1282459 w 12199272"/>
              <a:gd name="connsiteY418" fmla="*/ 6358074 h 6867525"/>
              <a:gd name="connsiteX419" fmla="*/ 1285104 w 12199272"/>
              <a:gd name="connsiteY419" fmla="*/ 6362441 h 6867525"/>
              <a:gd name="connsiteX420" fmla="*/ 1288009 w 12199272"/>
              <a:gd name="connsiteY420" fmla="*/ 6366591 h 6867525"/>
              <a:gd name="connsiteX421" fmla="*/ 1291163 w 12199272"/>
              <a:gd name="connsiteY421" fmla="*/ 6370513 h 6867525"/>
              <a:gd name="connsiteX422" fmla="*/ 1294555 w 12199272"/>
              <a:gd name="connsiteY422" fmla="*/ 6374200 h 6867525"/>
              <a:gd name="connsiteX423" fmla="*/ 1298175 w 12199272"/>
              <a:gd name="connsiteY423" fmla="*/ 6377641 h 6867525"/>
              <a:gd name="connsiteX424" fmla="*/ 1302013 w 12199272"/>
              <a:gd name="connsiteY424" fmla="*/ 6380829 h 6867525"/>
              <a:gd name="connsiteX425" fmla="*/ 1306056 w 12199272"/>
              <a:gd name="connsiteY425" fmla="*/ 6383755 h 6867525"/>
              <a:gd name="connsiteX426" fmla="*/ 1310295 w 12199272"/>
              <a:gd name="connsiteY426" fmla="*/ 6386411 h 6867525"/>
              <a:gd name="connsiteX427" fmla="*/ 1314719 w 12199272"/>
              <a:gd name="connsiteY427" fmla="*/ 6388786 h 6867525"/>
              <a:gd name="connsiteX428" fmla="*/ 1319316 w 12199272"/>
              <a:gd name="connsiteY428" fmla="*/ 6390873 h 6867525"/>
              <a:gd name="connsiteX429" fmla="*/ 1324077 w 12199272"/>
              <a:gd name="connsiteY429" fmla="*/ 6392663 h 6867525"/>
              <a:gd name="connsiteX430" fmla="*/ 1328989 w 12199272"/>
              <a:gd name="connsiteY430" fmla="*/ 6394147 h 6867525"/>
              <a:gd name="connsiteX431" fmla="*/ 1334044 w 12199272"/>
              <a:gd name="connsiteY431" fmla="*/ 6395317 h 6867525"/>
              <a:gd name="connsiteX432" fmla="*/ 1339229 w 12199272"/>
              <a:gd name="connsiteY432" fmla="*/ 6396163 h 6867525"/>
              <a:gd name="connsiteX433" fmla="*/ 1344534 w 12199272"/>
              <a:gd name="connsiteY433" fmla="*/ 6396677 h 6867525"/>
              <a:gd name="connsiteX434" fmla="*/ 1349948 w 12199272"/>
              <a:gd name="connsiteY434" fmla="*/ 6396850 h 6867525"/>
              <a:gd name="connsiteX435" fmla="*/ 1355397 w 12199272"/>
              <a:gd name="connsiteY435" fmla="*/ 6396677 h 6867525"/>
              <a:gd name="connsiteX436" fmla="*/ 1360730 w 12199272"/>
              <a:gd name="connsiteY436" fmla="*/ 6396163 h 6867525"/>
              <a:gd name="connsiteX437" fmla="*/ 1365938 w 12199272"/>
              <a:gd name="connsiteY437" fmla="*/ 6395317 h 6867525"/>
              <a:gd name="connsiteX438" fmla="*/ 1371010 w 12199272"/>
              <a:gd name="connsiteY438" fmla="*/ 6394147 h 6867525"/>
              <a:gd name="connsiteX439" fmla="*/ 1375936 w 12199272"/>
              <a:gd name="connsiteY439" fmla="*/ 6392663 h 6867525"/>
              <a:gd name="connsiteX440" fmla="*/ 1380706 w 12199272"/>
              <a:gd name="connsiteY440" fmla="*/ 6390873 h 6867525"/>
              <a:gd name="connsiteX441" fmla="*/ 1385308 w 12199272"/>
              <a:gd name="connsiteY441" fmla="*/ 6388786 h 6867525"/>
              <a:gd name="connsiteX442" fmla="*/ 1389734 w 12199272"/>
              <a:gd name="connsiteY442" fmla="*/ 6386411 h 6867525"/>
              <a:gd name="connsiteX443" fmla="*/ 1393971 w 12199272"/>
              <a:gd name="connsiteY443" fmla="*/ 6383755 h 6867525"/>
              <a:gd name="connsiteX444" fmla="*/ 1398010 w 12199272"/>
              <a:gd name="connsiteY444" fmla="*/ 6380829 h 6867525"/>
              <a:gd name="connsiteX445" fmla="*/ 1401841 w 12199272"/>
              <a:gd name="connsiteY445" fmla="*/ 6377641 h 6867525"/>
              <a:gd name="connsiteX446" fmla="*/ 1405453 w 12199272"/>
              <a:gd name="connsiteY446" fmla="*/ 6374200 h 6867525"/>
              <a:gd name="connsiteX447" fmla="*/ 1408836 w 12199272"/>
              <a:gd name="connsiteY447" fmla="*/ 6370513 h 6867525"/>
              <a:gd name="connsiteX448" fmla="*/ 1411979 w 12199272"/>
              <a:gd name="connsiteY448" fmla="*/ 6366591 h 6867525"/>
              <a:gd name="connsiteX449" fmla="*/ 1414872 w 12199272"/>
              <a:gd name="connsiteY449" fmla="*/ 6362441 h 6867525"/>
              <a:gd name="connsiteX450" fmla="*/ 1417504 w 12199272"/>
              <a:gd name="connsiteY450" fmla="*/ 6358074 h 6867525"/>
              <a:gd name="connsiteX451" fmla="*/ 1419533 w 12199272"/>
              <a:gd name="connsiteY451" fmla="*/ 6354142 h 6867525"/>
              <a:gd name="connsiteX452" fmla="*/ 1421947 w 12199272"/>
              <a:gd name="connsiteY452" fmla="*/ 6348717 h 6867525"/>
              <a:gd name="connsiteX453" fmla="*/ 1423736 w 12199272"/>
              <a:gd name="connsiteY453" fmla="*/ 6343746 h 6867525"/>
              <a:gd name="connsiteX454" fmla="*/ 1425223 w 12199272"/>
              <a:gd name="connsiteY454" fmla="*/ 6338592 h 6867525"/>
              <a:gd name="connsiteX455" fmla="*/ 1426398 w 12199272"/>
              <a:gd name="connsiteY455" fmla="*/ 6333262 h 6867525"/>
              <a:gd name="connsiteX456" fmla="*/ 1427249 w 12199272"/>
              <a:gd name="connsiteY456" fmla="*/ 6327767 h 6867525"/>
              <a:gd name="connsiteX457" fmla="*/ 1427768 w 12199272"/>
              <a:gd name="connsiteY457" fmla="*/ 6322114 h 6867525"/>
              <a:gd name="connsiteX458" fmla="*/ 1427943 w 12199272"/>
              <a:gd name="connsiteY458" fmla="*/ 6316313 h 6867525"/>
              <a:gd name="connsiteX459" fmla="*/ 1427753 w 12199272"/>
              <a:gd name="connsiteY459" fmla="*/ 6310264 h 6867525"/>
              <a:gd name="connsiteX460" fmla="*/ 1427188 w 12199272"/>
              <a:gd name="connsiteY460" fmla="*/ 6304381 h 6867525"/>
              <a:gd name="connsiteX461" fmla="*/ 1426262 w 12199272"/>
              <a:gd name="connsiteY461" fmla="*/ 6298673 h 6867525"/>
              <a:gd name="connsiteX462" fmla="*/ 1424986 w 12199272"/>
              <a:gd name="connsiteY462" fmla="*/ 6293150 h 6867525"/>
              <a:gd name="connsiteX463" fmla="*/ 1423372 w 12199272"/>
              <a:gd name="connsiteY463" fmla="*/ 6287821 h 6867525"/>
              <a:gd name="connsiteX464" fmla="*/ 1421432 w 12199272"/>
              <a:gd name="connsiteY464" fmla="*/ 6282695 h 6867525"/>
              <a:gd name="connsiteX465" fmla="*/ 1419639 w 12199272"/>
              <a:gd name="connsiteY465" fmla="*/ 6278789 h 6867525"/>
              <a:gd name="connsiteX466" fmla="*/ 1419177 w 12199272"/>
              <a:gd name="connsiteY466" fmla="*/ 6277783 h 6867525"/>
              <a:gd name="connsiteX467" fmla="*/ 1416619 w 12199272"/>
              <a:gd name="connsiteY467" fmla="*/ 6273094 h 6867525"/>
              <a:gd name="connsiteX468" fmla="*/ 1413770 w 12199272"/>
              <a:gd name="connsiteY468" fmla="*/ 6268638 h 6867525"/>
              <a:gd name="connsiteX469" fmla="*/ 1410643 w 12199272"/>
              <a:gd name="connsiteY469" fmla="*/ 6264425 h 6867525"/>
              <a:gd name="connsiteX470" fmla="*/ 1407247 w 12199272"/>
              <a:gd name="connsiteY470" fmla="*/ 6260463 h 6867525"/>
              <a:gd name="connsiteX471" fmla="*/ 1403597 w 12199272"/>
              <a:gd name="connsiteY471" fmla="*/ 6256763 h 6867525"/>
              <a:gd name="connsiteX472" fmla="*/ 1399702 w 12199272"/>
              <a:gd name="connsiteY472" fmla="*/ 6253334 h 6867525"/>
              <a:gd name="connsiteX473" fmla="*/ 1395576 w 12199272"/>
              <a:gd name="connsiteY473" fmla="*/ 6250186 h 6867525"/>
              <a:gd name="connsiteX474" fmla="*/ 1391230 w 12199272"/>
              <a:gd name="connsiteY474" fmla="*/ 6247328 h 6867525"/>
              <a:gd name="connsiteX475" fmla="*/ 1386675 w 12199272"/>
              <a:gd name="connsiteY475" fmla="*/ 6244771 h 6867525"/>
              <a:gd name="connsiteX476" fmla="*/ 1381923 w 12199272"/>
              <a:gd name="connsiteY476" fmla="*/ 6242523 h 6867525"/>
              <a:gd name="connsiteX477" fmla="*/ 1376987 w 12199272"/>
              <a:gd name="connsiteY477" fmla="*/ 6240595 h 6867525"/>
              <a:gd name="connsiteX478" fmla="*/ 1371878 w 12199272"/>
              <a:gd name="connsiteY478" fmla="*/ 6238996 h 6867525"/>
              <a:gd name="connsiteX479" fmla="*/ 1366608 w 12199272"/>
              <a:gd name="connsiteY479" fmla="*/ 6237735 h 6867525"/>
              <a:gd name="connsiteX480" fmla="*/ 1361188 w 12199272"/>
              <a:gd name="connsiteY480" fmla="*/ 6236823 h 6867525"/>
              <a:gd name="connsiteX481" fmla="*/ 1355631 w 12199272"/>
              <a:gd name="connsiteY481" fmla="*/ 6236268 h 6867525"/>
              <a:gd name="connsiteX482" fmla="*/ 1349948 w 12199272"/>
              <a:gd name="connsiteY482" fmla="*/ 6236081 h 6867525"/>
              <a:gd name="connsiteX483" fmla="*/ 782044 w 12199272"/>
              <a:gd name="connsiteY483" fmla="*/ 6175982 h 6867525"/>
              <a:gd name="connsiteX484" fmla="*/ 780496 w 12199272"/>
              <a:gd name="connsiteY484" fmla="*/ 6176305 h 6867525"/>
              <a:gd name="connsiteX485" fmla="*/ 779232 w 12199272"/>
              <a:gd name="connsiteY485" fmla="*/ 6177185 h 6867525"/>
              <a:gd name="connsiteX486" fmla="*/ 778380 w 12199272"/>
              <a:gd name="connsiteY486" fmla="*/ 6178491 h 6867525"/>
              <a:gd name="connsiteX487" fmla="*/ 778067 w 12199272"/>
              <a:gd name="connsiteY487" fmla="*/ 6180089 h 6867525"/>
              <a:gd name="connsiteX488" fmla="*/ 778067 w 12199272"/>
              <a:gd name="connsiteY488" fmla="*/ 6388168 h 6867525"/>
              <a:gd name="connsiteX489" fmla="*/ 778380 w 12199272"/>
              <a:gd name="connsiteY489" fmla="*/ 6389767 h 6867525"/>
              <a:gd name="connsiteX490" fmla="*/ 779232 w 12199272"/>
              <a:gd name="connsiteY490" fmla="*/ 6391072 h 6867525"/>
              <a:gd name="connsiteX491" fmla="*/ 780496 w 12199272"/>
              <a:gd name="connsiteY491" fmla="*/ 6391952 h 6867525"/>
              <a:gd name="connsiteX492" fmla="*/ 782044 w 12199272"/>
              <a:gd name="connsiteY492" fmla="*/ 6392275 h 6867525"/>
              <a:gd name="connsiteX493" fmla="*/ 907033 w 12199272"/>
              <a:gd name="connsiteY493" fmla="*/ 6392275 h 6867525"/>
              <a:gd name="connsiteX494" fmla="*/ 908581 w 12199272"/>
              <a:gd name="connsiteY494" fmla="*/ 6391952 h 6867525"/>
              <a:gd name="connsiteX495" fmla="*/ 909845 w 12199272"/>
              <a:gd name="connsiteY495" fmla="*/ 6391072 h 6867525"/>
              <a:gd name="connsiteX496" fmla="*/ 910697 w 12199272"/>
              <a:gd name="connsiteY496" fmla="*/ 6389767 h 6867525"/>
              <a:gd name="connsiteX497" fmla="*/ 911010 w 12199272"/>
              <a:gd name="connsiteY497" fmla="*/ 6388168 h 6867525"/>
              <a:gd name="connsiteX498" fmla="*/ 911010 w 12199272"/>
              <a:gd name="connsiteY498" fmla="*/ 6350622 h 6867525"/>
              <a:gd name="connsiteX499" fmla="*/ 908581 w 12199272"/>
              <a:gd name="connsiteY499" fmla="*/ 6346838 h 6867525"/>
              <a:gd name="connsiteX500" fmla="*/ 828722 w 12199272"/>
              <a:gd name="connsiteY500" fmla="*/ 6346515 h 6867525"/>
              <a:gd name="connsiteX501" fmla="*/ 827174 w 12199272"/>
              <a:gd name="connsiteY501" fmla="*/ 6346192 h 6867525"/>
              <a:gd name="connsiteX502" fmla="*/ 825910 w 12199272"/>
              <a:gd name="connsiteY502" fmla="*/ 6345312 h 6867525"/>
              <a:gd name="connsiteX503" fmla="*/ 825057 w 12199272"/>
              <a:gd name="connsiteY503" fmla="*/ 6344006 h 6867525"/>
              <a:gd name="connsiteX504" fmla="*/ 824744 w 12199272"/>
              <a:gd name="connsiteY504" fmla="*/ 6342408 h 6867525"/>
              <a:gd name="connsiteX505" fmla="*/ 824744 w 12199272"/>
              <a:gd name="connsiteY505" fmla="*/ 6309132 h 6867525"/>
              <a:gd name="connsiteX506" fmla="*/ 825057 w 12199272"/>
              <a:gd name="connsiteY506" fmla="*/ 6307534 h 6867525"/>
              <a:gd name="connsiteX507" fmla="*/ 825910 w 12199272"/>
              <a:gd name="connsiteY507" fmla="*/ 6306228 h 6867525"/>
              <a:gd name="connsiteX508" fmla="*/ 827174 w 12199272"/>
              <a:gd name="connsiteY508" fmla="*/ 6305348 h 6867525"/>
              <a:gd name="connsiteX509" fmla="*/ 828722 w 12199272"/>
              <a:gd name="connsiteY509" fmla="*/ 6305025 h 6867525"/>
              <a:gd name="connsiteX510" fmla="*/ 898759 w 12199272"/>
              <a:gd name="connsiteY510" fmla="*/ 6305025 h 6867525"/>
              <a:gd name="connsiteX511" fmla="*/ 900308 w 12199272"/>
              <a:gd name="connsiteY511" fmla="*/ 6304703 h 6867525"/>
              <a:gd name="connsiteX512" fmla="*/ 901572 w 12199272"/>
              <a:gd name="connsiteY512" fmla="*/ 6303823 h 6867525"/>
              <a:gd name="connsiteX513" fmla="*/ 902425 w 12199272"/>
              <a:gd name="connsiteY513" fmla="*/ 6302517 h 6867525"/>
              <a:gd name="connsiteX514" fmla="*/ 902738 w 12199272"/>
              <a:gd name="connsiteY514" fmla="*/ 6300918 h 6867525"/>
              <a:gd name="connsiteX515" fmla="*/ 902738 w 12199272"/>
              <a:gd name="connsiteY515" fmla="*/ 6266729 h 6867525"/>
              <a:gd name="connsiteX516" fmla="*/ 902425 w 12199272"/>
              <a:gd name="connsiteY516" fmla="*/ 6265130 h 6867525"/>
              <a:gd name="connsiteX517" fmla="*/ 901572 w 12199272"/>
              <a:gd name="connsiteY517" fmla="*/ 6263825 h 6867525"/>
              <a:gd name="connsiteX518" fmla="*/ 900308 w 12199272"/>
              <a:gd name="connsiteY518" fmla="*/ 6262944 h 6867525"/>
              <a:gd name="connsiteX519" fmla="*/ 898759 w 12199272"/>
              <a:gd name="connsiteY519" fmla="*/ 6262622 h 6867525"/>
              <a:gd name="connsiteX520" fmla="*/ 828722 w 12199272"/>
              <a:gd name="connsiteY520" fmla="*/ 6262622 h 6867525"/>
              <a:gd name="connsiteX521" fmla="*/ 827174 w 12199272"/>
              <a:gd name="connsiteY521" fmla="*/ 6262299 h 6867525"/>
              <a:gd name="connsiteX522" fmla="*/ 825910 w 12199272"/>
              <a:gd name="connsiteY522" fmla="*/ 6261419 h 6867525"/>
              <a:gd name="connsiteX523" fmla="*/ 825057 w 12199272"/>
              <a:gd name="connsiteY523" fmla="*/ 6260114 h 6867525"/>
              <a:gd name="connsiteX524" fmla="*/ 824744 w 12199272"/>
              <a:gd name="connsiteY524" fmla="*/ 6258515 h 6867525"/>
              <a:gd name="connsiteX525" fmla="*/ 824744 w 12199272"/>
              <a:gd name="connsiteY525" fmla="*/ 6225545 h 6867525"/>
              <a:gd name="connsiteX526" fmla="*/ 825057 w 12199272"/>
              <a:gd name="connsiteY526" fmla="*/ 6223946 h 6867525"/>
              <a:gd name="connsiteX527" fmla="*/ 825910 w 12199272"/>
              <a:gd name="connsiteY527" fmla="*/ 6222641 h 6867525"/>
              <a:gd name="connsiteX528" fmla="*/ 827174 w 12199272"/>
              <a:gd name="connsiteY528" fmla="*/ 6221761 h 6867525"/>
              <a:gd name="connsiteX529" fmla="*/ 828722 w 12199272"/>
              <a:gd name="connsiteY529" fmla="*/ 6221438 h 6867525"/>
              <a:gd name="connsiteX530" fmla="*/ 906737 w 12199272"/>
              <a:gd name="connsiteY530" fmla="*/ 6221438 h 6867525"/>
              <a:gd name="connsiteX531" fmla="*/ 908285 w 12199272"/>
              <a:gd name="connsiteY531" fmla="*/ 6221115 h 6867525"/>
              <a:gd name="connsiteX532" fmla="*/ 909549 w 12199272"/>
              <a:gd name="connsiteY532" fmla="*/ 6220235 h 6867525"/>
              <a:gd name="connsiteX533" fmla="*/ 910401 w 12199272"/>
              <a:gd name="connsiteY533" fmla="*/ 6218930 h 6867525"/>
              <a:gd name="connsiteX534" fmla="*/ 910714 w 12199272"/>
              <a:gd name="connsiteY534" fmla="*/ 6217331 h 6867525"/>
              <a:gd name="connsiteX535" fmla="*/ 910714 w 12199272"/>
              <a:gd name="connsiteY535" fmla="*/ 6180089 h 6867525"/>
              <a:gd name="connsiteX536" fmla="*/ 910401 w 12199272"/>
              <a:gd name="connsiteY536" fmla="*/ 6178491 h 6867525"/>
              <a:gd name="connsiteX537" fmla="*/ 909549 w 12199272"/>
              <a:gd name="connsiteY537" fmla="*/ 6177185 h 6867525"/>
              <a:gd name="connsiteX538" fmla="*/ 908285 w 12199272"/>
              <a:gd name="connsiteY538" fmla="*/ 6176305 h 6867525"/>
              <a:gd name="connsiteX539" fmla="*/ 906737 w 12199272"/>
              <a:gd name="connsiteY539" fmla="*/ 6175982 h 6867525"/>
              <a:gd name="connsiteX540" fmla="*/ 782044 w 12199272"/>
              <a:gd name="connsiteY540" fmla="*/ 6175982 h 6867525"/>
              <a:gd name="connsiteX541" fmla="*/ 1124613 w 12199272"/>
              <a:gd name="connsiteY541" fmla="*/ 6167136 h 6867525"/>
              <a:gd name="connsiteX542" fmla="*/ 1119425 w 12199272"/>
              <a:gd name="connsiteY542" fmla="*/ 6167690 h 6867525"/>
              <a:gd name="connsiteX543" fmla="*/ 1114569 w 12199272"/>
              <a:gd name="connsiteY543" fmla="*/ 6169276 h 6867525"/>
              <a:gd name="connsiteX544" fmla="*/ 1110156 w 12199272"/>
              <a:gd name="connsiteY544" fmla="*/ 6171785 h 6867525"/>
              <a:gd name="connsiteX545" fmla="*/ 1106297 w 12199272"/>
              <a:gd name="connsiteY545" fmla="*/ 6175106 h 6867525"/>
              <a:gd name="connsiteX546" fmla="*/ 1103103 w 12199272"/>
              <a:gd name="connsiteY546" fmla="*/ 6179127 h 6867525"/>
              <a:gd name="connsiteX547" fmla="*/ 1100684 w 12199272"/>
              <a:gd name="connsiteY547" fmla="*/ 6183738 h 6867525"/>
              <a:gd name="connsiteX548" fmla="*/ 1099151 w 12199272"/>
              <a:gd name="connsiteY548" fmla="*/ 6188829 h 6867525"/>
              <a:gd name="connsiteX549" fmla="*/ 1098616 w 12199272"/>
              <a:gd name="connsiteY549" fmla="*/ 6194287 h 6867525"/>
              <a:gd name="connsiteX550" fmla="*/ 1099151 w 12199272"/>
              <a:gd name="connsiteY550" fmla="*/ 6199746 h 6867525"/>
              <a:gd name="connsiteX551" fmla="*/ 1100684 w 12199272"/>
              <a:gd name="connsiteY551" fmla="*/ 6204836 h 6867525"/>
              <a:gd name="connsiteX552" fmla="*/ 1103103 w 12199272"/>
              <a:gd name="connsiteY552" fmla="*/ 6209447 h 6867525"/>
              <a:gd name="connsiteX553" fmla="*/ 1106297 w 12199272"/>
              <a:gd name="connsiteY553" fmla="*/ 6213468 h 6867525"/>
              <a:gd name="connsiteX554" fmla="*/ 1110156 w 12199272"/>
              <a:gd name="connsiteY554" fmla="*/ 6216789 h 6867525"/>
              <a:gd name="connsiteX555" fmla="*/ 1114569 w 12199272"/>
              <a:gd name="connsiteY555" fmla="*/ 6219298 h 6867525"/>
              <a:gd name="connsiteX556" fmla="*/ 1119425 w 12199272"/>
              <a:gd name="connsiteY556" fmla="*/ 6220885 h 6867525"/>
              <a:gd name="connsiteX557" fmla="*/ 1124613 w 12199272"/>
              <a:gd name="connsiteY557" fmla="*/ 6221438 h 6867525"/>
              <a:gd name="connsiteX558" fmla="*/ 1129997 w 12199272"/>
              <a:gd name="connsiteY558" fmla="*/ 6220885 h 6867525"/>
              <a:gd name="connsiteX559" fmla="*/ 1135000 w 12199272"/>
              <a:gd name="connsiteY559" fmla="*/ 6219298 h 6867525"/>
              <a:gd name="connsiteX560" fmla="*/ 1139518 w 12199272"/>
              <a:gd name="connsiteY560" fmla="*/ 6216789 h 6867525"/>
              <a:gd name="connsiteX561" fmla="*/ 1143447 w 12199272"/>
              <a:gd name="connsiteY561" fmla="*/ 6213468 h 6867525"/>
              <a:gd name="connsiteX562" fmla="*/ 1146685 w 12199272"/>
              <a:gd name="connsiteY562" fmla="*/ 6209447 h 6867525"/>
              <a:gd name="connsiteX563" fmla="*/ 1149125 w 12199272"/>
              <a:gd name="connsiteY563" fmla="*/ 6204836 h 6867525"/>
              <a:gd name="connsiteX564" fmla="*/ 1150666 w 12199272"/>
              <a:gd name="connsiteY564" fmla="*/ 6199746 h 6867525"/>
              <a:gd name="connsiteX565" fmla="*/ 1151203 w 12199272"/>
              <a:gd name="connsiteY565" fmla="*/ 6194287 h 6867525"/>
              <a:gd name="connsiteX566" fmla="*/ 1150666 w 12199272"/>
              <a:gd name="connsiteY566" fmla="*/ 6188829 h 6867525"/>
              <a:gd name="connsiteX567" fmla="*/ 1149125 w 12199272"/>
              <a:gd name="connsiteY567" fmla="*/ 6183738 h 6867525"/>
              <a:gd name="connsiteX568" fmla="*/ 1146685 w 12199272"/>
              <a:gd name="connsiteY568" fmla="*/ 6179127 h 6867525"/>
              <a:gd name="connsiteX569" fmla="*/ 1143447 w 12199272"/>
              <a:gd name="connsiteY569" fmla="*/ 6175106 h 6867525"/>
              <a:gd name="connsiteX570" fmla="*/ 1139518 w 12199272"/>
              <a:gd name="connsiteY570" fmla="*/ 6171785 h 6867525"/>
              <a:gd name="connsiteX571" fmla="*/ 1135000 w 12199272"/>
              <a:gd name="connsiteY571" fmla="*/ 6169276 h 6867525"/>
              <a:gd name="connsiteX572" fmla="*/ 1129997 w 12199272"/>
              <a:gd name="connsiteY572" fmla="*/ 6167690 h 6867525"/>
              <a:gd name="connsiteX573" fmla="*/ 1124613 w 12199272"/>
              <a:gd name="connsiteY573" fmla="*/ 6167136 h 6867525"/>
              <a:gd name="connsiteX574" fmla="*/ 581250 w 12199272"/>
              <a:gd name="connsiteY574" fmla="*/ 6130388 h 6867525"/>
              <a:gd name="connsiteX575" fmla="*/ 575834 w 12199272"/>
              <a:gd name="connsiteY575" fmla="*/ 6131131 h 6867525"/>
              <a:gd name="connsiteX576" fmla="*/ 570703 w 12199272"/>
              <a:gd name="connsiteY576" fmla="*/ 6133358 h 6867525"/>
              <a:gd name="connsiteX577" fmla="*/ 468377 w 12199272"/>
              <a:gd name="connsiteY577" fmla="*/ 6195414 h 6867525"/>
              <a:gd name="connsiteX578" fmla="*/ 463977 w 12199272"/>
              <a:gd name="connsiteY578" fmla="*/ 6198968 h 6867525"/>
              <a:gd name="connsiteX579" fmla="*/ 460658 w 12199272"/>
              <a:gd name="connsiteY579" fmla="*/ 6203523 h 6867525"/>
              <a:gd name="connsiteX580" fmla="*/ 458562 w 12199272"/>
              <a:gd name="connsiteY580" fmla="*/ 6208820 h 6867525"/>
              <a:gd name="connsiteX581" fmla="*/ 457832 w 12199272"/>
              <a:gd name="connsiteY581" fmla="*/ 6214601 h 6867525"/>
              <a:gd name="connsiteX582" fmla="*/ 457832 w 12199272"/>
              <a:gd name="connsiteY582" fmla="*/ 6338713 h 6867525"/>
              <a:gd name="connsiteX583" fmla="*/ 458562 w 12199272"/>
              <a:gd name="connsiteY583" fmla="*/ 6344494 h 6867525"/>
              <a:gd name="connsiteX584" fmla="*/ 460658 w 12199272"/>
              <a:gd name="connsiteY584" fmla="*/ 6349791 h 6867525"/>
              <a:gd name="connsiteX585" fmla="*/ 463977 w 12199272"/>
              <a:gd name="connsiteY585" fmla="*/ 6354347 h 6867525"/>
              <a:gd name="connsiteX586" fmla="*/ 468378 w 12199272"/>
              <a:gd name="connsiteY586" fmla="*/ 6357902 h 6867525"/>
              <a:gd name="connsiteX587" fmla="*/ 570703 w 12199272"/>
              <a:gd name="connsiteY587" fmla="*/ 6419958 h 6867525"/>
              <a:gd name="connsiteX588" fmla="*/ 575834 w 12199272"/>
              <a:gd name="connsiteY588" fmla="*/ 6422184 h 6867525"/>
              <a:gd name="connsiteX589" fmla="*/ 581250 w 12199272"/>
              <a:gd name="connsiteY589" fmla="*/ 6422926 h 6867525"/>
              <a:gd name="connsiteX590" fmla="*/ 586665 w 12199272"/>
              <a:gd name="connsiteY590" fmla="*/ 6422184 h 6867525"/>
              <a:gd name="connsiteX591" fmla="*/ 591796 w 12199272"/>
              <a:gd name="connsiteY591" fmla="*/ 6419958 h 6867525"/>
              <a:gd name="connsiteX592" fmla="*/ 687555 w 12199272"/>
              <a:gd name="connsiteY592" fmla="*/ 6361884 h 6867525"/>
              <a:gd name="connsiteX593" fmla="*/ 694122 w 12199272"/>
              <a:gd name="connsiteY593" fmla="*/ 6357902 h 6867525"/>
              <a:gd name="connsiteX594" fmla="*/ 698523 w 12199272"/>
              <a:gd name="connsiteY594" fmla="*/ 6354347 h 6867525"/>
              <a:gd name="connsiteX595" fmla="*/ 701842 w 12199272"/>
              <a:gd name="connsiteY595" fmla="*/ 6349791 h 6867525"/>
              <a:gd name="connsiteX596" fmla="*/ 703937 w 12199272"/>
              <a:gd name="connsiteY596" fmla="*/ 6344494 h 6867525"/>
              <a:gd name="connsiteX597" fmla="*/ 704667 w 12199272"/>
              <a:gd name="connsiteY597" fmla="*/ 6338713 h 6867525"/>
              <a:gd name="connsiteX598" fmla="*/ 704667 w 12199272"/>
              <a:gd name="connsiteY598" fmla="*/ 6287037 h 6867525"/>
              <a:gd name="connsiteX599" fmla="*/ 581250 w 12199272"/>
              <a:gd name="connsiteY599" fmla="*/ 6361884 h 6867525"/>
              <a:gd name="connsiteX600" fmla="*/ 512614 w 12199272"/>
              <a:gd name="connsiteY600" fmla="*/ 6320260 h 6867525"/>
              <a:gd name="connsiteX601" fmla="*/ 512651 w 12199272"/>
              <a:gd name="connsiteY601" fmla="*/ 6235036 h 6867525"/>
              <a:gd name="connsiteX602" fmla="*/ 576185 w 12199272"/>
              <a:gd name="connsiteY602" fmla="*/ 6196483 h 6867525"/>
              <a:gd name="connsiteX603" fmla="*/ 578647 w 12199272"/>
              <a:gd name="connsiteY603" fmla="*/ 6195414 h 6867525"/>
              <a:gd name="connsiteX604" fmla="*/ 581250 w 12199272"/>
              <a:gd name="connsiteY604" fmla="*/ 6195057 h 6867525"/>
              <a:gd name="connsiteX605" fmla="*/ 583855 w 12199272"/>
              <a:gd name="connsiteY605" fmla="*/ 6195414 h 6867525"/>
              <a:gd name="connsiteX606" fmla="*/ 586321 w 12199272"/>
              <a:gd name="connsiteY606" fmla="*/ 6196485 h 6867525"/>
              <a:gd name="connsiteX607" fmla="*/ 649885 w 12199272"/>
              <a:gd name="connsiteY607" fmla="*/ 6235034 h 6867525"/>
              <a:gd name="connsiteX608" fmla="*/ 589785 w 12199272"/>
              <a:gd name="connsiteY608" fmla="*/ 6271483 h 6867525"/>
              <a:gd name="connsiteX609" fmla="*/ 585633 w 12199272"/>
              <a:gd name="connsiteY609" fmla="*/ 6273284 h 6867525"/>
              <a:gd name="connsiteX610" fmla="*/ 581250 w 12199272"/>
              <a:gd name="connsiteY610" fmla="*/ 6273884 h 6867525"/>
              <a:gd name="connsiteX611" fmla="*/ 576868 w 12199272"/>
              <a:gd name="connsiteY611" fmla="*/ 6273283 h 6867525"/>
              <a:gd name="connsiteX612" fmla="*/ 572716 w 12199272"/>
              <a:gd name="connsiteY612" fmla="*/ 6271481 h 6867525"/>
              <a:gd name="connsiteX613" fmla="*/ 529723 w 12199272"/>
              <a:gd name="connsiteY613" fmla="*/ 6245395 h 6867525"/>
              <a:gd name="connsiteX614" fmla="*/ 529693 w 12199272"/>
              <a:gd name="connsiteY614" fmla="*/ 6309859 h 6867525"/>
              <a:gd name="connsiteX615" fmla="*/ 581250 w 12199272"/>
              <a:gd name="connsiteY615" fmla="*/ 6341127 h 6867525"/>
              <a:gd name="connsiteX616" fmla="*/ 692128 w 12199272"/>
              <a:gd name="connsiteY616" fmla="*/ 6273884 h 6867525"/>
              <a:gd name="connsiteX617" fmla="*/ 704667 w 12199272"/>
              <a:gd name="connsiteY617" fmla="*/ 6266280 h 6867525"/>
              <a:gd name="connsiteX618" fmla="*/ 704667 w 12199272"/>
              <a:gd name="connsiteY618" fmla="*/ 6214601 h 6867525"/>
              <a:gd name="connsiteX619" fmla="*/ 703937 w 12199272"/>
              <a:gd name="connsiteY619" fmla="*/ 6208820 h 6867525"/>
              <a:gd name="connsiteX620" fmla="*/ 701842 w 12199272"/>
              <a:gd name="connsiteY620" fmla="*/ 6203523 h 6867525"/>
              <a:gd name="connsiteX621" fmla="*/ 698523 w 12199272"/>
              <a:gd name="connsiteY621" fmla="*/ 6198968 h 6867525"/>
              <a:gd name="connsiteX622" fmla="*/ 694122 w 12199272"/>
              <a:gd name="connsiteY622" fmla="*/ 6195413 h 6867525"/>
              <a:gd name="connsiteX623" fmla="*/ 693534 w 12199272"/>
              <a:gd name="connsiteY623" fmla="*/ 6195057 h 6867525"/>
              <a:gd name="connsiteX624" fmla="*/ 591796 w 12199272"/>
              <a:gd name="connsiteY624" fmla="*/ 6133358 h 6867525"/>
              <a:gd name="connsiteX625" fmla="*/ 586665 w 12199272"/>
              <a:gd name="connsiteY625" fmla="*/ 6131131 h 6867525"/>
              <a:gd name="connsiteX626" fmla="*/ 581250 w 12199272"/>
              <a:gd name="connsiteY626" fmla="*/ 6130388 h 6867525"/>
              <a:gd name="connsiteX627" fmla="*/ 0 w 12199272"/>
              <a:gd name="connsiteY627" fmla="*/ 9525 h 6867525"/>
              <a:gd name="connsiteX628" fmla="*/ 12198355 w 12199272"/>
              <a:gd name="connsiteY628" fmla="*/ 0 h 6867525"/>
              <a:gd name="connsiteX629" fmla="*/ 12198355 w 12199272"/>
              <a:gd name="connsiteY629" fmla="*/ 6867525 h 6867525"/>
              <a:gd name="connsiteX630" fmla="*/ 0 w 12199272"/>
              <a:gd name="connsiteY630" fmla="*/ 6867525 h 6867525"/>
              <a:gd name="connsiteX631" fmla="*/ 0 w 12199272"/>
              <a:gd name="connsiteY631" fmla="*/ 9525 h 6867525"/>
              <a:gd name="connsiteX0" fmla="*/ 1014246 w 12205625"/>
              <a:gd name="connsiteY0" fmla="*/ 6278790 h 6867525"/>
              <a:gd name="connsiteX1" fmla="*/ 1019019 w 12205625"/>
              <a:gd name="connsiteY1" fmla="*/ 6279093 h 6867525"/>
              <a:gd name="connsiteX2" fmla="*/ 1023628 w 12205625"/>
              <a:gd name="connsiteY2" fmla="*/ 6280006 h 6867525"/>
              <a:gd name="connsiteX3" fmla="*/ 1028012 w 12205625"/>
              <a:gd name="connsiteY3" fmla="*/ 6281532 h 6867525"/>
              <a:gd name="connsiteX4" fmla="*/ 1032110 w 12205625"/>
              <a:gd name="connsiteY4" fmla="*/ 6283675 h 6867525"/>
              <a:gd name="connsiteX5" fmla="*/ 1035860 w 12205625"/>
              <a:gd name="connsiteY5" fmla="*/ 6286440 h 6867525"/>
              <a:gd name="connsiteX6" fmla="*/ 1039201 w 12205625"/>
              <a:gd name="connsiteY6" fmla="*/ 6289831 h 6867525"/>
              <a:gd name="connsiteX7" fmla="*/ 1042072 w 12205625"/>
              <a:gd name="connsiteY7" fmla="*/ 6293851 h 6867525"/>
              <a:gd name="connsiteX8" fmla="*/ 1044412 w 12205625"/>
              <a:gd name="connsiteY8" fmla="*/ 6298506 h 6867525"/>
              <a:gd name="connsiteX9" fmla="*/ 1046159 w 12205625"/>
              <a:gd name="connsiteY9" fmla="*/ 6303798 h 6867525"/>
              <a:gd name="connsiteX10" fmla="*/ 1047252 w 12205625"/>
              <a:gd name="connsiteY10" fmla="*/ 6309733 h 6867525"/>
              <a:gd name="connsiteX11" fmla="*/ 1047630 w 12205625"/>
              <a:gd name="connsiteY11" fmla="*/ 6316313 h 6867525"/>
              <a:gd name="connsiteX12" fmla="*/ 1047252 w 12205625"/>
              <a:gd name="connsiteY12" fmla="*/ 6322901 h 6867525"/>
              <a:gd name="connsiteX13" fmla="*/ 1046159 w 12205625"/>
              <a:gd name="connsiteY13" fmla="*/ 6328855 h 6867525"/>
              <a:gd name="connsiteX14" fmla="*/ 1044412 w 12205625"/>
              <a:gd name="connsiteY14" fmla="*/ 6334177 h 6867525"/>
              <a:gd name="connsiteX15" fmla="*/ 1042072 w 12205625"/>
              <a:gd name="connsiteY15" fmla="*/ 6338867 h 6867525"/>
              <a:gd name="connsiteX16" fmla="*/ 1039201 w 12205625"/>
              <a:gd name="connsiteY16" fmla="*/ 6342928 h 6867525"/>
              <a:gd name="connsiteX17" fmla="*/ 1035860 w 12205625"/>
              <a:gd name="connsiteY17" fmla="*/ 6346360 h 6867525"/>
              <a:gd name="connsiteX18" fmla="*/ 1032110 w 12205625"/>
              <a:gd name="connsiteY18" fmla="*/ 6349166 h 6867525"/>
              <a:gd name="connsiteX19" fmla="*/ 1028012 w 12205625"/>
              <a:gd name="connsiteY19" fmla="*/ 6351345 h 6867525"/>
              <a:gd name="connsiteX20" fmla="*/ 1023628 w 12205625"/>
              <a:gd name="connsiteY20" fmla="*/ 6352900 h 6867525"/>
              <a:gd name="connsiteX21" fmla="*/ 1019019 w 12205625"/>
              <a:gd name="connsiteY21" fmla="*/ 6353832 h 6867525"/>
              <a:gd name="connsiteX22" fmla="*/ 1014246 w 12205625"/>
              <a:gd name="connsiteY22" fmla="*/ 6354143 h 6867525"/>
              <a:gd name="connsiteX23" fmla="*/ 1009546 w 12205625"/>
              <a:gd name="connsiteY23" fmla="*/ 6353825 h 6867525"/>
              <a:gd name="connsiteX24" fmla="*/ 1004998 w 12205625"/>
              <a:gd name="connsiteY24" fmla="*/ 6352875 h 6867525"/>
              <a:gd name="connsiteX25" fmla="*/ 1000662 w 12205625"/>
              <a:gd name="connsiteY25" fmla="*/ 6351296 h 6867525"/>
              <a:gd name="connsiteX26" fmla="*/ 996602 w 12205625"/>
              <a:gd name="connsiteY26" fmla="*/ 6349089 h 6867525"/>
              <a:gd name="connsiteX27" fmla="*/ 992880 w 12205625"/>
              <a:gd name="connsiteY27" fmla="*/ 6346257 h 6867525"/>
              <a:gd name="connsiteX28" fmla="*/ 989560 w 12205625"/>
              <a:gd name="connsiteY28" fmla="*/ 6342805 h 6867525"/>
              <a:gd name="connsiteX29" fmla="*/ 986702 w 12205625"/>
              <a:gd name="connsiteY29" fmla="*/ 6338733 h 6867525"/>
              <a:gd name="connsiteX30" fmla="*/ 984371 w 12205625"/>
              <a:gd name="connsiteY30" fmla="*/ 6334045 h 6867525"/>
              <a:gd name="connsiteX31" fmla="*/ 982628 w 12205625"/>
              <a:gd name="connsiteY31" fmla="*/ 6328744 h 6867525"/>
              <a:gd name="connsiteX32" fmla="*/ 981537 w 12205625"/>
              <a:gd name="connsiteY32" fmla="*/ 6322833 h 6867525"/>
              <a:gd name="connsiteX33" fmla="*/ 981159 w 12205625"/>
              <a:gd name="connsiteY33" fmla="*/ 6316313 h 6867525"/>
              <a:gd name="connsiteX34" fmla="*/ 981537 w 12205625"/>
              <a:gd name="connsiteY34" fmla="*/ 6309733 h 6867525"/>
              <a:gd name="connsiteX35" fmla="*/ 982628 w 12205625"/>
              <a:gd name="connsiteY35" fmla="*/ 6303798 h 6867525"/>
              <a:gd name="connsiteX36" fmla="*/ 984371 w 12205625"/>
              <a:gd name="connsiteY36" fmla="*/ 6298506 h 6867525"/>
              <a:gd name="connsiteX37" fmla="*/ 986702 w 12205625"/>
              <a:gd name="connsiteY37" fmla="*/ 6293851 h 6867525"/>
              <a:gd name="connsiteX38" fmla="*/ 989560 w 12205625"/>
              <a:gd name="connsiteY38" fmla="*/ 6289831 h 6867525"/>
              <a:gd name="connsiteX39" fmla="*/ 992880 w 12205625"/>
              <a:gd name="connsiteY39" fmla="*/ 6286440 h 6867525"/>
              <a:gd name="connsiteX40" fmla="*/ 996602 w 12205625"/>
              <a:gd name="connsiteY40" fmla="*/ 6283675 h 6867525"/>
              <a:gd name="connsiteX41" fmla="*/ 1000662 w 12205625"/>
              <a:gd name="connsiteY41" fmla="*/ 6281532 h 6867525"/>
              <a:gd name="connsiteX42" fmla="*/ 1004998 w 12205625"/>
              <a:gd name="connsiteY42" fmla="*/ 6280006 h 6867525"/>
              <a:gd name="connsiteX43" fmla="*/ 1009546 w 12205625"/>
              <a:gd name="connsiteY43" fmla="*/ 6279093 h 6867525"/>
              <a:gd name="connsiteX44" fmla="*/ 1014246 w 12205625"/>
              <a:gd name="connsiteY44" fmla="*/ 6278790 h 6867525"/>
              <a:gd name="connsiteX45" fmla="*/ 1356301 w 12205625"/>
              <a:gd name="connsiteY45" fmla="*/ 6278789 h 6867525"/>
              <a:gd name="connsiteX46" fmla="*/ 1360934 w 12205625"/>
              <a:gd name="connsiteY46" fmla="*/ 6279086 h 6867525"/>
              <a:gd name="connsiteX47" fmla="*/ 1365442 w 12205625"/>
              <a:gd name="connsiteY47" fmla="*/ 6279980 h 6867525"/>
              <a:gd name="connsiteX48" fmla="*/ 1369758 w 12205625"/>
              <a:gd name="connsiteY48" fmla="*/ 6281481 h 6867525"/>
              <a:gd name="connsiteX49" fmla="*/ 1373815 w 12205625"/>
              <a:gd name="connsiteY49" fmla="*/ 6283597 h 6867525"/>
              <a:gd name="connsiteX50" fmla="*/ 1377548 w 12205625"/>
              <a:gd name="connsiteY50" fmla="*/ 6286336 h 6867525"/>
              <a:gd name="connsiteX51" fmla="*/ 1380889 w 12205625"/>
              <a:gd name="connsiteY51" fmla="*/ 6289706 h 6867525"/>
              <a:gd name="connsiteX52" fmla="*/ 1383771 w 12205625"/>
              <a:gd name="connsiteY52" fmla="*/ 6293715 h 6867525"/>
              <a:gd name="connsiteX53" fmla="*/ 1386130 w 12205625"/>
              <a:gd name="connsiteY53" fmla="*/ 6298373 h 6867525"/>
              <a:gd name="connsiteX54" fmla="*/ 1387896 w 12205625"/>
              <a:gd name="connsiteY54" fmla="*/ 6303686 h 6867525"/>
              <a:gd name="connsiteX55" fmla="*/ 1389005 w 12205625"/>
              <a:gd name="connsiteY55" fmla="*/ 6309663 h 6867525"/>
              <a:gd name="connsiteX56" fmla="*/ 1389390 w 12205625"/>
              <a:gd name="connsiteY56" fmla="*/ 6316313 h 6867525"/>
              <a:gd name="connsiteX57" fmla="*/ 1389005 w 12205625"/>
              <a:gd name="connsiteY57" fmla="*/ 6322970 h 6867525"/>
              <a:gd name="connsiteX58" fmla="*/ 1387896 w 12205625"/>
              <a:gd name="connsiteY58" fmla="*/ 6328967 h 6867525"/>
              <a:gd name="connsiteX59" fmla="*/ 1386130 w 12205625"/>
              <a:gd name="connsiteY59" fmla="*/ 6334309 h 6867525"/>
              <a:gd name="connsiteX60" fmla="*/ 1383771 w 12205625"/>
              <a:gd name="connsiteY60" fmla="*/ 6339003 h 6867525"/>
              <a:gd name="connsiteX61" fmla="*/ 1380889 w 12205625"/>
              <a:gd name="connsiteY61" fmla="*/ 6343052 h 6867525"/>
              <a:gd name="connsiteX62" fmla="*/ 1377548 w 12205625"/>
              <a:gd name="connsiteY62" fmla="*/ 6346464 h 6867525"/>
              <a:gd name="connsiteX63" fmla="*/ 1373815 w 12205625"/>
              <a:gd name="connsiteY63" fmla="*/ 6349243 h 6867525"/>
              <a:gd name="connsiteX64" fmla="*/ 1369758 w 12205625"/>
              <a:gd name="connsiteY64" fmla="*/ 6351394 h 6867525"/>
              <a:gd name="connsiteX65" fmla="*/ 1365442 w 12205625"/>
              <a:gd name="connsiteY65" fmla="*/ 6352925 h 6867525"/>
              <a:gd name="connsiteX66" fmla="*/ 1360934 w 12205625"/>
              <a:gd name="connsiteY66" fmla="*/ 6353839 h 6867525"/>
              <a:gd name="connsiteX67" fmla="*/ 1356301 w 12205625"/>
              <a:gd name="connsiteY67" fmla="*/ 6354142 h 6867525"/>
              <a:gd name="connsiteX68" fmla="*/ 1351735 w 12205625"/>
              <a:gd name="connsiteY68" fmla="*/ 6353832 h 6867525"/>
              <a:gd name="connsiteX69" fmla="*/ 1347269 w 12205625"/>
              <a:gd name="connsiteY69" fmla="*/ 6352900 h 6867525"/>
              <a:gd name="connsiteX70" fmla="*/ 1342973 w 12205625"/>
              <a:gd name="connsiteY70" fmla="*/ 6351345 h 6867525"/>
              <a:gd name="connsiteX71" fmla="*/ 1338918 w 12205625"/>
              <a:gd name="connsiteY71" fmla="*/ 6349165 h 6867525"/>
              <a:gd name="connsiteX72" fmla="*/ 1335175 w 12205625"/>
              <a:gd name="connsiteY72" fmla="*/ 6346360 h 6867525"/>
              <a:gd name="connsiteX73" fmla="*/ 1331814 w 12205625"/>
              <a:gd name="connsiteY73" fmla="*/ 6342928 h 6867525"/>
              <a:gd name="connsiteX74" fmla="*/ 1328906 w 12205625"/>
              <a:gd name="connsiteY74" fmla="*/ 6338868 h 6867525"/>
              <a:gd name="connsiteX75" fmla="*/ 1326521 w 12205625"/>
              <a:gd name="connsiteY75" fmla="*/ 6334177 h 6867525"/>
              <a:gd name="connsiteX76" fmla="*/ 1324731 w 12205625"/>
              <a:gd name="connsiteY76" fmla="*/ 6328855 h 6867525"/>
              <a:gd name="connsiteX77" fmla="*/ 1323604 w 12205625"/>
              <a:gd name="connsiteY77" fmla="*/ 6322901 h 6867525"/>
              <a:gd name="connsiteX78" fmla="*/ 1323213 w 12205625"/>
              <a:gd name="connsiteY78" fmla="*/ 6316313 h 6867525"/>
              <a:gd name="connsiteX79" fmla="*/ 1323604 w 12205625"/>
              <a:gd name="connsiteY79" fmla="*/ 6309663 h 6867525"/>
              <a:gd name="connsiteX80" fmla="*/ 1324731 w 12205625"/>
              <a:gd name="connsiteY80" fmla="*/ 6303686 h 6867525"/>
              <a:gd name="connsiteX81" fmla="*/ 1326521 w 12205625"/>
              <a:gd name="connsiteY81" fmla="*/ 6298373 h 6867525"/>
              <a:gd name="connsiteX82" fmla="*/ 1328906 w 12205625"/>
              <a:gd name="connsiteY82" fmla="*/ 6293715 h 6867525"/>
              <a:gd name="connsiteX83" fmla="*/ 1331814 w 12205625"/>
              <a:gd name="connsiteY83" fmla="*/ 6289706 h 6867525"/>
              <a:gd name="connsiteX84" fmla="*/ 1335175 w 12205625"/>
              <a:gd name="connsiteY84" fmla="*/ 6286336 h 6867525"/>
              <a:gd name="connsiteX85" fmla="*/ 1338918 w 12205625"/>
              <a:gd name="connsiteY85" fmla="*/ 6283597 h 6867525"/>
              <a:gd name="connsiteX86" fmla="*/ 1342973 w 12205625"/>
              <a:gd name="connsiteY86" fmla="*/ 6281481 h 6867525"/>
              <a:gd name="connsiteX87" fmla="*/ 1347269 w 12205625"/>
              <a:gd name="connsiteY87" fmla="*/ 6279980 h 6867525"/>
              <a:gd name="connsiteX88" fmla="*/ 1351735 w 12205625"/>
              <a:gd name="connsiteY88" fmla="*/ 6279086 h 6867525"/>
              <a:gd name="connsiteX89" fmla="*/ 1356301 w 12205625"/>
              <a:gd name="connsiteY89" fmla="*/ 6278789 h 6867525"/>
              <a:gd name="connsiteX90" fmla="*/ 1112787 w 12205625"/>
              <a:gd name="connsiteY90" fmla="*/ 6240657 h 6867525"/>
              <a:gd name="connsiteX91" fmla="*/ 1111239 w 12205625"/>
              <a:gd name="connsiteY91" fmla="*/ 6240980 h 6867525"/>
              <a:gd name="connsiteX92" fmla="*/ 1109975 w 12205625"/>
              <a:gd name="connsiteY92" fmla="*/ 6241860 h 6867525"/>
              <a:gd name="connsiteX93" fmla="*/ 1109122 w 12205625"/>
              <a:gd name="connsiteY93" fmla="*/ 6243166 h 6867525"/>
              <a:gd name="connsiteX94" fmla="*/ 1108810 w 12205625"/>
              <a:gd name="connsiteY94" fmla="*/ 6244764 h 6867525"/>
              <a:gd name="connsiteX95" fmla="*/ 1108810 w 12205625"/>
              <a:gd name="connsiteY95" fmla="*/ 6388168 h 6867525"/>
              <a:gd name="connsiteX96" fmla="*/ 1109122 w 12205625"/>
              <a:gd name="connsiteY96" fmla="*/ 6389767 h 6867525"/>
              <a:gd name="connsiteX97" fmla="*/ 1109975 w 12205625"/>
              <a:gd name="connsiteY97" fmla="*/ 6391072 h 6867525"/>
              <a:gd name="connsiteX98" fmla="*/ 1111239 w 12205625"/>
              <a:gd name="connsiteY98" fmla="*/ 6391952 h 6867525"/>
              <a:gd name="connsiteX99" fmla="*/ 1112787 w 12205625"/>
              <a:gd name="connsiteY99" fmla="*/ 6392275 h 6867525"/>
              <a:gd name="connsiteX100" fmla="*/ 1149737 w 12205625"/>
              <a:gd name="connsiteY100" fmla="*/ 6392275 h 6867525"/>
              <a:gd name="connsiteX101" fmla="*/ 1151285 w 12205625"/>
              <a:gd name="connsiteY101" fmla="*/ 6391952 h 6867525"/>
              <a:gd name="connsiteX102" fmla="*/ 1152550 w 12205625"/>
              <a:gd name="connsiteY102" fmla="*/ 6391072 h 6867525"/>
              <a:gd name="connsiteX103" fmla="*/ 1153403 w 12205625"/>
              <a:gd name="connsiteY103" fmla="*/ 6389767 h 6867525"/>
              <a:gd name="connsiteX104" fmla="*/ 1153715 w 12205625"/>
              <a:gd name="connsiteY104" fmla="*/ 6388168 h 6867525"/>
              <a:gd name="connsiteX105" fmla="*/ 1153715 w 12205625"/>
              <a:gd name="connsiteY105" fmla="*/ 6244764 h 6867525"/>
              <a:gd name="connsiteX106" fmla="*/ 1153403 w 12205625"/>
              <a:gd name="connsiteY106" fmla="*/ 6243166 h 6867525"/>
              <a:gd name="connsiteX107" fmla="*/ 1152550 w 12205625"/>
              <a:gd name="connsiteY107" fmla="*/ 6241860 h 6867525"/>
              <a:gd name="connsiteX108" fmla="*/ 1151285 w 12205625"/>
              <a:gd name="connsiteY108" fmla="*/ 6240980 h 6867525"/>
              <a:gd name="connsiteX109" fmla="*/ 1149737 w 12205625"/>
              <a:gd name="connsiteY109" fmla="*/ 6240657 h 6867525"/>
              <a:gd name="connsiteX110" fmla="*/ 1112787 w 12205625"/>
              <a:gd name="connsiteY110" fmla="*/ 6240657 h 6867525"/>
              <a:gd name="connsiteX111" fmla="*/ 1261092 w 12205625"/>
              <a:gd name="connsiteY111" fmla="*/ 6239132 h 6867525"/>
              <a:gd name="connsiteX112" fmla="*/ 1256377 w 12205625"/>
              <a:gd name="connsiteY112" fmla="*/ 6239375 h 6867525"/>
              <a:gd name="connsiteX113" fmla="*/ 1251232 w 12205625"/>
              <a:gd name="connsiteY113" fmla="*/ 6240162 h 6867525"/>
              <a:gd name="connsiteX114" fmla="*/ 1245866 w 12205625"/>
              <a:gd name="connsiteY114" fmla="*/ 6241577 h 6867525"/>
              <a:gd name="connsiteX115" fmla="*/ 1240486 w 12205625"/>
              <a:gd name="connsiteY115" fmla="*/ 6243708 h 6867525"/>
              <a:gd name="connsiteX116" fmla="*/ 1235300 w 12205625"/>
              <a:gd name="connsiteY116" fmla="*/ 6246639 h 6867525"/>
              <a:gd name="connsiteX117" fmla="*/ 1230515 w 12205625"/>
              <a:gd name="connsiteY117" fmla="*/ 6250458 h 6867525"/>
              <a:gd name="connsiteX118" fmla="*/ 1226340 w 12205625"/>
              <a:gd name="connsiteY118" fmla="*/ 6255248 h 6867525"/>
              <a:gd name="connsiteX119" fmla="*/ 1222981 w 12205625"/>
              <a:gd name="connsiteY119" fmla="*/ 6261097 h 6867525"/>
              <a:gd name="connsiteX120" fmla="*/ 1222981 w 12205625"/>
              <a:gd name="connsiteY120" fmla="*/ 6244763 h 6867525"/>
              <a:gd name="connsiteX121" fmla="*/ 1222669 w 12205625"/>
              <a:gd name="connsiteY121" fmla="*/ 6243165 h 6867525"/>
              <a:gd name="connsiteX122" fmla="*/ 1221816 w 12205625"/>
              <a:gd name="connsiteY122" fmla="*/ 6241860 h 6867525"/>
              <a:gd name="connsiteX123" fmla="*/ 1220552 w 12205625"/>
              <a:gd name="connsiteY123" fmla="*/ 6240979 h 6867525"/>
              <a:gd name="connsiteX124" fmla="*/ 1219003 w 12205625"/>
              <a:gd name="connsiteY124" fmla="*/ 6240657 h 6867525"/>
              <a:gd name="connsiteX125" fmla="*/ 1183531 w 12205625"/>
              <a:gd name="connsiteY125" fmla="*/ 6240657 h 6867525"/>
              <a:gd name="connsiteX126" fmla="*/ 1181983 w 12205625"/>
              <a:gd name="connsiteY126" fmla="*/ 6240979 h 6867525"/>
              <a:gd name="connsiteX127" fmla="*/ 1180719 w 12205625"/>
              <a:gd name="connsiteY127" fmla="*/ 6241860 h 6867525"/>
              <a:gd name="connsiteX128" fmla="*/ 1179866 w 12205625"/>
              <a:gd name="connsiteY128" fmla="*/ 6243165 h 6867525"/>
              <a:gd name="connsiteX129" fmla="*/ 1179554 w 12205625"/>
              <a:gd name="connsiteY129" fmla="*/ 6244763 h 6867525"/>
              <a:gd name="connsiteX130" fmla="*/ 1179554 w 12205625"/>
              <a:gd name="connsiteY130" fmla="*/ 6388167 h 6867525"/>
              <a:gd name="connsiteX131" fmla="*/ 1179866 w 12205625"/>
              <a:gd name="connsiteY131" fmla="*/ 6389767 h 6867525"/>
              <a:gd name="connsiteX132" fmla="*/ 1180719 w 12205625"/>
              <a:gd name="connsiteY132" fmla="*/ 6391073 h 6867525"/>
              <a:gd name="connsiteX133" fmla="*/ 1181983 w 12205625"/>
              <a:gd name="connsiteY133" fmla="*/ 6391953 h 6867525"/>
              <a:gd name="connsiteX134" fmla="*/ 1183531 w 12205625"/>
              <a:gd name="connsiteY134" fmla="*/ 6392276 h 6867525"/>
              <a:gd name="connsiteX135" fmla="*/ 1220480 w 12205625"/>
              <a:gd name="connsiteY135" fmla="*/ 6392276 h 6867525"/>
              <a:gd name="connsiteX136" fmla="*/ 1222029 w 12205625"/>
              <a:gd name="connsiteY136" fmla="*/ 6391953 h 6867525"/>
              <a:gd name="connsiteX137" fmla="*/ 1223293 w 12205625"/>
              <a:gd name="connsiteY137" fmla="*/ 6391073 h 6867525"/>
              <a:gd name="connsiteX138" fmla="*/ 1224145 w 12205625"/>
              <a:gd name="connsiteY138" fmla="*/ 6389767 h 6867525"/>
              <a:gd name="connsiteX139" fmla="*/ 1224458 w 12205625"/>
              <a:gd name="connsiteY139" fmla="*/ 6388167 h 6867525"/>
              <a:gd name="connsiteX140" fmla="*/ 1224458 w 12205625"/>
              <a:gd name="connsiteY140" fmla="*/ 6326074 h 6867525"/>
              <a:gd name="connsiteX141" fmla="*/ 1224850 w 12205625"/>
              <a:gd name="connsiteY141" fmla="*/ 6318306 h 6867525"/>
              <a:gd name="connsiteX142" fmla="*/ 1225983 w 12205625"/>
              <a:gd name="connsiteY142" fmla="*/ 6311451 h 6867525"/>
              <a:gd name="connsiteX143" fmla="*/ 1227790 w 12205625"/>
              <a:gd name="connsiteY143" fmla="*/ 6305471 h 6867525"/>
              <a:gd name="connsiteX144" fmla="*/ 1230208 w 12205625"/>
              <a:gd name="connsiteY144" fmla="*/ 6300332 h 6867525"/>
              <a:gd name="connsiteX145" fmla="*/ 1233170 w 12205625"/>
              <a:gd name="connsiteY145" fmla="*/ 6295995 h 6867525"/>
              <a:gd name="connsiteX146" fmla="*/ 1236612 w 12205625"/>
              <a:gd name="connsiteY146" fmla="*/ 6292426 h 6867525"/>
              <a:gd name="connsiteX147" fmla="*/ 1240468 w 12205625"/>
              <a:gd name="connsiteY147" fmla="*/ 6289587 h 6867525"/>
              <a:gd name="connsiteX148" fmla="*/ 1244673 w 12205625"/>
              <a:gd name="connsiteY148" fmla="*/ 6287442 h 6867525"/>
              <a:gd name="connsiteX149" fmla="*/ 1249162 w 12205625"/>
              <a:gd name="connsiteY149" fmla="*/ 6285955 h 6867525"/>
              <a:gd name="connsiteX150" fmla="*/ 1253869 w 12205625"/>
              <a:gd name="connsiteY150" fmla="*/ 6285090 h 6867525"/>
              <a:gd name="connsiteX151" fmla="*/ 1258729 w 12205625"/>
              <a:gd name="connsiteY151" fmla="*/ 6284809 h 6867525"/>
              <a:gd name="connsiteX152" fmla="*/ 1260952 w 12205625"/>
              <a:gd name="connsiteY152" fmla="*/ 6284837 h 6867525"/>
              <a:gd name="connsiteX153" fmla="*/ 1263083 w 12205625"/>
              <a:gd name="connsiteY153" fmla="*/ 6284927 h 6867525"/>
              <a:gd name="connsiteX154" fmla="*/ 1265174 w 12205625"/>
              <a:gd name="connsiteY154" fmla="*/ 6285090 h 6867525"/>
              <a:gd name="connsiteX155" fmla="*/ 1267247 w 12205625"/>
              <a:gd name="connsiteY155" fmla="*/ 6285334 h 6867525"/>
              <a:gd name="connsiteX156" fmla="*/ 1268824 w 12205625"/>
              <a:gd name="connsiteY156" fmla="*/ 6285238 h 6867525"/>
              <a:gd name="connsiteX157" fmla="*/ 1269700 w 12205625"/>
              <a:gd name="connsiteY157" fmla="*/ 6284809 h 6867525"/>
              <a:gd name="connsiteX158" fmla="*/ 1270201 w 12205625"/>
              <a:gd name="connsiteY158" fmla="*/ 6284564 h 6867525"/>
              <a:gd name="connsiteX159" fmla="*/ 1271230 w 12205625"/>
              <a:gd name="connsiteY159" fmla="*/ 6283414 h 6867525"/>
              <a:gd name="connsiteX160" fmla="*/ 1271768 w 12205625"/>
              <a:gd name="connsiteY160" fmla="*/ 6281888 h 6867525"/>
              <a:gd name="connsiteX161" fmla="*/ 1274797 w 12205625"/>
              <a:gd name="connsiteY161" fmla="*/ 6261097 h 6867525"/>
              <a:gd name="connsiteX162" fmla="*/ 1277103 w 12205625"/>
              <a:gd name="connsiteY162" fmla="*/ 6245263 h 6867525"/>
              <a:gd name="connsiteX163" fmla="*/ 1277040 w 12205625"/>
              <a:gd name="connsiteY163" fmla="*/ 6243692 h 6867525"/>
              <a:gd name="connsiteX164" fmla="*/ 1270665 w 12205625"/>
              <a:gd name="connsiteY164" fmla="*/ 6240006 h 6867525"/>
              <a:gd name="connsiteX165" fmla="*/ 1263927 w 12205625"/>
              <a:gd name="connsiteY165" fmla="*/ 6239237 h 6867525"/>
              <a:gd name="connsiteX166" fmla="*/ 1261092 w 12205625"/>
              <a:gd name="connsiteY166" fmla="*/ 6239132 h 6867525"/>
              <a:gd name="connsiteX167" fmla="*/ 1023405 w 12205625"/>
              <a:gd name="connsiteY167" fmla="*/ 6236996 h 6867525"/>
              <a:gd name="connsiteX168" fmla="*/ 1016606 w 12205625"/>
              <a:gd name="connsiteY168" fmla="*/ 6237334 h 6867525"/>
              <a:gd name="connsiteX169" fmla="*/ 1010217 w 12205625"/>
              <a:gd name="connsiteY169" fmla="*/ 6238297 h 6867525"/>
              <a:gd name="connsiteX170" fmla="*/ 1004279 w 12205625"/>
              <a:gd name="connsiteY170" fmla="*/ 6239809 h 6867525"/>
              <a:gd name="connsiteX171" fmla="*/ 998829 w 12205625"/>
              <a:gd name="connsiteY171" fmla="*/ 6241797 h 6867525"/>
              <a:gd name="connsiteX172" fmla="*/ 993906 w 12205625"/>
              <a:gd name="connsiteY172" fmla="*/ 6244183 h 6867525"/>
              <a:gd name="connsiteX173" fmla="*/ 989551 w 12205625"/>
              <a:gd name="connsiteY173" fmla="*/ 6246894 h 6867525"/>
              <a:gd name="connsiteX174" fmla="*/ 985800 w 12205625"/>
              <a:gd name="connsiteY174" fmla="*/ 6249853 h 6867525"/>
              <a:gd name="connsiteX175" fmla="*/ 980272 w 12205625"/>
              <a:gd name="connsiteY175" fmla="*/ 6256215 h 6867525"/>
              <a:gd name="connsiteX176" fmla="*/ 980272 w 12205625"/>
              <a:gd name="connsiteY176" fmla="*/ 6244763 h 6867525"/>
              <a:gd name="connsiteX177" fmla="*/ 979959 w 12205625"/>
              <a:gd name="connsiteY177" fmla="*/ 6243165 h 6867525"/>
              <a:gd name="connsiteX178" fmla="*/ 979107 w 12205625"/>
              <a:gd name="connsiteY178" fmla="*/ 6241860 h 6867525"/>
              <a:gd name="connsiteX179" fmla="*/ 977842 w 12205625"/>
              <a:gd name="connsiteY179" fmla="*/ 6240979 h 6867525"/>
              <a:gd name="connsiteX180" fmla="*/ 976293 w 12205625"/>
              <a:gd name="connsiteY180" fmla="*/ 6240657 h 6867525"/>
              <a:gd name="connsiteX181" fmla="*/ 940822 w 12205625"/>
              <a:gd name="connsiteY181" fmla="*/ 6240657 h 6867525"/>
              <a:gd name="connsiteX182" fmla="*/ 939273 w 12205625"/>
              <a:gd name="connsiteY182" fmla="*/ 6240979 h 6867525"/>
              <a:gd name="connsiteX183" fmla="*/ 938008 w 12205625"/>
              <a:gd name="connsiteY183" fmla="*/ 6241860 h 6867525"/>
              <a:gd name="connsiteX184" fmla="*/ 937156 w 12205625"/>
              <a:gd name="connsiteY184" fmla="*/ 6243165 h 6867525"/>
              <a:gd name="connsiteX185" fmla="*/ 936843 w 12205625"/>
              <a:gd name="connsiteY185" fmla="*/ 6244763 h 6867525"/>
              <a:gd name="connsiteX186" fmla="*/ 936843 w 12205625"/>
              <a:gd name="connsiteY186" fmla="*/ 6446130 h 6867525"/>
              <a:gd name="connsiteX187" fmla="*/ 937156 w 12205625"/>
              <a:gd name="connsiteY187" fmla="*/ 6447729 h 6867525"/>
              <a:gd name="connsiteX188" fmla="*/ 938008 w 12205625"/>
              <a:gd name="connsiteY188" fmla="*/ 6449034 h 6867525"/>
              <a:gd name="connsiteX189" fmla="*/ 939273 w 12205625"/>
              <a:gd name="connsiteY189" fmla="*/ 6449914 h 6867525"/>
              <a:gd name="connsiteX190" fmla="*/ 940822 w 12205625"/>
              <a:gd name="connsiteY190" fmla="*/ 6450237 h 6867525"/>
              <a:gd name="connsiteX191" fmla="*/ 977771 w 12205625"/>
              <a:gd name="connsiteY191" fmla="*/ 6450237 h 6867525"/>
              <a:gd name="connsiteX192" fmla="*/ 979319 w 12205625"/>
              <a:gd name="connsiteY192" fmla="*/ 6449914 h 6867525"/>
              <a:gd name="connsiteX193" fmla="*/ 980583 w 12205625"/>
              <a:gd name="connsiteY193" fmla="*/ 6449034 h 6867525"/>
              <a:gd name="connsiteX194" fmla="*/ 981436 w 12205625"/>
              <a:gd name="connsiteY194" fmla="*/ 6447729 h 6867525"/>
              <a:gd name="connsiteX195" fmla="*/ 981748 w 12205625"/>
              <a:gd name="connsiteY195" fmla="*/ 6446130 h 6867525"/>
              <a:gd name="connsiteX196" fmla="*/ 981748 w 12205625"/>
              <a:gd name="connsiteY196" fmla="*/ 6380378 h 6867525"/>
              <a:gd name="connsiteX197" fmla="*/ 984638 w 12205625"/>
              <a:gd name="connsiteY197" fmla="*/ 6383485 h 6867525"/>
              <a:gd name="connsiteX198" fmla="*/ 988188 w 12205625"/>
              <a:gd name="connsiteY198" fmla="*/ 6386364 h 6867525"/>
              <a:gd name="connsiteX199" fmla="*/ 992369 w 12205625"/>
              <a:gd name="connsiteY199" fmla="*/ 6388958 h 6867525"/>
              <a:gd name="connsiteX200" fmla="*/ 997148 w 12205625"/>
              <a:gd name="connsiteY200" fmla="*/ 6391208 h 6867525"/>
              <a:gd name="connsiteX201" fmla="*/ 1002495 w 12205625"/>
              <a:gd name="connsiteY201" fmla="*/ 6393057 h 6867525"/>
              <a:gd name="connsiteX202" fmla="*/ 1008379 w 12205625"/>
              <a:gd name="connsiteY202" fmla="*/ 6394450 h 6867525"/>
              <a:gd name="connsiteX203" fmla="*/ 1014768 w 12205625"/>
              <a:gd name="connsiteY203" fmla="*/ 6395327 h 6867525"/>
              <a:gd name="connsiteX204" fmla="*/ 1021631 w 12205625"/>
              <a:gd name="connsiteY204" fmla="*/ 6395632 h 6867525"/>
              <a:gd name="connsiteX205" fmla="*/ 1027154 w 12205625"/>
              <a:gd name="connsiteY205" fmla="*/ 6395428 h 6867525"/>
              <a:gd name="connsiteX206" fmla="*/ 1032518 w 12205625"/>
              <a:gd name="connsiteY206" fmla="*/ 6394823 h 6867525"/>
              <a:gd name="connsiteX207" fmla="*/ 1037712 w 12205625"/>
              <a:gd name="connsiteY207" fmla="*/ 6393828 h 6867525"/>
              <a:gd name="connsiteX208" fmla="*/ 1042728 w 12205625"/>
              <a:gd name="connsiteY208" fmla="*/ 6392455 h 6867525"/>
              <a:gd name="connsiteX209" fmla="*/ 1047556 w 12205625"/>
              <a:gd name="connsiteY209" fmla="*/ 6390715 h 6867525"/>
              <a:gd name="connsiteX210" fmla="*/ 1052186 w 12205625"/>
              <a:gd name="connsiteY210" fmla="*/ 6388620 h 6867525"/>
              <a:gd name="connsiteX211" fmla="*/ 1056609 w 12205625"/>
              <a:gd name="connsiteY211" fmla="*/ 6386181 h 6867525"/>
              <a:gd name="connsiteX212" fmla="*/ 1060815 w 12205625"/>
              <a:gd name="connsiteY212" fmla="*/ 6383409 h 6867525"/>
              <a:gd name="connsiteX213" fmla="*/ 1064716 w 12205625"/>
              <a:gd name="connsiteY213" fmla="*/ 6380378 h 6867525"/>
              <a:gd name="connsiteX214" fmla="*/ 1068540 w 12205625"/>
              <a:gd name="connsiteY214" fmla="*/ 6376912 h 6867525"/>
              <a:gd name="connsiteX215" fmla="*/ 1072040 w 12205625"/>
              <a:gd name="connsiteY215" fmla="*/ 6373209 h 6867525"/>
              <a:gd name="connsiteX216" fmla="*/ 1075285 w 12205625"/>
              <a:gd name="connsiteY216" fmla="*/ 6369219 h 6867525"/>
              <a:gd name="connsiteX217" fmla="*/ 1078266 w 12205625"/>
              <a:gd name="connsiteY217" fmla="*/ 6364953 h 6867525"/>
              <a:gd name="connsiteX218" fmla="*/ 1080974 w 12205625"/>
              <a:gd name="connsiteY218" fmla="*/ 6360423 h 6867525"/>
              <a:gd name="connsiteX219" fmla="*/ 1083399 w 12205625"/>
              <a:gd name="connsiteY219" fmla="*/ 6355639 h 6867525"/>
              <a:gd name="connsiteX220" fmla="*/ 1084033 w 12205625"/>
              <a:gd name="connsiteY220" fmla="*/ 6354143 h 6867525"/>
              <a:gd name="connsiteX221" fmla="*/ 1087361 w 12205625"/>
              <a:gd name="connsiteY221" fmla="*/ 6345356 h 6867525"/>
              <a:gd name="connsiteX222" fmla="*/ 1088880 w 12205625"/>
              <a:gd name="connsiteY222" fmla="*/ 6339880 h 6867525"/>
              <a:gd name="connsiteX223" fmla="*/ 1090080 w 12205625"/>
              <a:gd name="connsiteY223" fmla="*/ 6334177 h 6867525"/>
              <a:gd name="connsiteX224" fmla="*/ 1090944 w 12205625"/>
              <a:gd name="connsiteY224" fmla="*/ 6328315 h 6867525"/>
              <a:gd name="connsiteX225" fmla="*/ 1091472 w 12205625"/>
              <a:gd name="connsiteY225" fmla="*/ 6322249 h 6867525"/>
              <a:gd name="connsiteX226" fmla="*/ 1091650 w 12205625"/>
              <a:gd name="connsiteY226" fmla="*/ 6316009 h 6867525"/>
              <a:gd name="connsiteX227" fmla="*/ 1091491 w 12205625"/>
              <a:gd name="connsiteY227" fmla="*/ 6309886 h 6867525"/>
              <a:gd name="connsiteX228" fmla="*/ 1091019 w 12205625"/>
              <a:gd name="connsiteY228" fmla="*/ 6303923 h 6867525"/>
              <a:gd name="connsiteX229" fmla="*/ 1090238 w 12205625"/>
              <a:gd name="connsiteY229" fmla="*/ 6298132 h 6867525"/>
              <a:gd name="connsiteX230" fmla="*/ 1089154 w 12205625"/>
              <a:gd name="connsiteY230" fmla="*/ 6292525 h 6867525"/>
              <a:gd name="connsiteX231" fmla="*/ 1087771 w 12205625"/>
              <a:gd name="connsiteY231" fmla="*/ 6287115 h 6867525"/>
              <a:gd name="connsiteX232" fmla="*/ 1086094 w 12205625"/>
              <a:gd name="connsiteY232" fmla="*/ 6281913 h 6867525"/>
              <a:gd name="connsiteX233" fmla="*/ 1084862 w 12205625"/>
              <a:gd name="connsiteY233" fmla="*/ 6278790 h 6867525"/>
              <a:gd name="connsiteX234" fmla="*/ 1084129 w 12205625"/>
              <a:gd name="connsiteY234" fmla="*/ 6276931 h 6867525"/>
              <a:gd name="connsiteX235" fmla="*/ 1081880 w 12205625"/>
              <a:gd name="connsiteY235" fmla="*/ 6272183 h 6867525"/>
              <a:gd name="connsiteX236" fmla="*/ 1079352 w 12205625"/>
              <a:gd name="connsiteY236" fmla="*/ 6267679 h 6867525"/>
              <a:gd name="connsiteX237" fmla="*/ 1076551 w 12205625"/>
              <a:gd name="connsiteY237" fmla="*/ 6263433 h 6867525"/>
              <a:gd name="connsiteX238" fmla="*/ 1073481 w 12205625"/>
              <a:gd name="connsiteY238" fmla="*/ 6259457 h 6867525"/>
              <a:gd name="connsiteX239" fmla="*/ 1070556 w 12205625"/>
              <a:gd name="connsiteY239" fmla="*/ 6256215 h 6867525"/>
              <a:gd name="connsiteX240" fmla="*/ 1066554 w 12205625"/>
              <a:gd name="connsiteY240" fmla="*/ 6252361 h 6867525"/>
              <a:gd name="connsiteX241" fmla="*/ 1062708 w 12205625"/>
              <a:gd name="connsiteY241" fmla="*/ 6249267 h 6867525"/>
              <a:gd name="connsiteX242" fmla="*/ 1058613 w 12205625"/>
              <a:gd name="connsiteY242" fmla="*/ 6246491 h 6867525"/>
              <a:gd name="connsiteX243" fmla="*/ 1054275 w 12205625"/>
              <a:gd name="connsiteY243" fmla="*/ 6244045 h 6867525"/>
              <a:gd name="connsiteX244" fmla="*/ 1049697 w 12205625"/>
              <a:gd name="connsiteY244" fmla="*/ 6241942 h 6867525"/>
              <a:gd name="connsiteX245" fmla="*/ 1044886 w 12205625"/>
              <a:gd name="connsiteY245" fmla="*/ 6240194 h 6867525"/>
              <a:gd name="connsiteX246" fmla="*/ 1039847 w 12205625"/>
              <a:gd name="connsiteY246" fmla="*/ 6238813 h 6867525"/>
              <a:gd name="connsiteX247" fmla="*/ 1034583 w 12205625"/>
              <a:gd name="connsiteY247" fmla="*/ 6237812 h 6867525"/>
              <a:gd name="connsiteX248" fmla="*/ 1029101 w 12205625"/>
              <a:gd name="connsiteY248" fmla="*/ 6237202 h 6867525"/>
              <a:gd name="connsiteX249" fmla="*/ 1023405 w 12205625"/>
              <a:gd name="connsiteY249" fmla="*/ 6236996 h 6867525"/>
              <a:gd name="connsiteX250" fmla="*/ 1524474 w 12205625"/>
              <a:gd name="connsiteY250" fmla="*/ 6236081 h 6867525"/>
              <a:gd name="connsiteX251" fmla="*/ 1518900 w 12205625"/>
              <a:gd name="connsiteY251" fmla="*/ 6236268 h 6867525"/>
              <a:gd name="connsiteX252" fmla="*/ 1513439 w 12205625"/>
              <a:gd name="connsiteY252" fmla="*/ 6236823 h 6867525"/>
              <a:gd name="connsiteX253" fmla="*/ 1508104 w 12205625"/>
              <a:gd name="connsiteY253" fmla="*/ 6237736 h 6867525"/>
              <a:gd name="connsiteX254" fmla="*/ 1502907 w 12205625"/>
              <a:gd name="connsiteY254" fmla="*/ 6238997 h 6867525"/>
              <a:gd name="connsiteX255" fmla="*/ 1497861 w 12205625"/>
              <a:gd name="connsiteY255" fmla="*/ 6240598 h 6867525"/>
              <a:gd name="connsiteX256" fmla="*/ 1492978 w 12205625"/>
              <a:gd name="connsiteY256" fmla="*/ 6242529 h 6867525"/>
              <a:gd name="connsiteX257" fmla="*/ 1488271 w 12205625"/>
              <a:gd name="connsiteY257" fmla="*/ 6244779 h 6867525"/>
              <a:gd name="connsiteX258" fmla="*/ 1483751 w 12205625"/>
              <a:gd name="connsiteY258" fmla="*/ 6247341 h 6867525"/>
              <a:gd name="connsiteX259" fmla="*/ 1479433 w 12205625"/>
              <a:gd name="connsiteY259" fmla="*/ 6250204 h 6867525"/>
              <a:gd name="connsiteX260" fmla="*/ 1475328 w 12205625"/>
              <a:gd name="connsiteY260" fmla="*/ 6253359 h 6867525"/>
              <a:gd name="connsiteX261" fmla="*/ 1471448 w 12205625"/>
              <a:gd name="connsiteY261" fmla="*/ 6256796 h 6867525"/>
              <a:gd name="connsiteX262" fmla="*/ 1467808 w 12205625"/>
              <a:gd name="connsiteY262" fmla="*/ 6260506 h 6867525"/>
              <a:gd name="connsiteX263" fmla="*/ 1464417 w 12205625"/>
              <a:gd name="connsiteY263" fmla="*/ 6264480 h 6867525"/>
              <a:gd name="connsiteX264" fmla="*/ 1461291 w 12205625"/>
              <a:gd name="connsiteY264" fmla="*/ 6268707 h 6867525"/>
              <a:gd name="connsiteX265" fmla="*/ 1458440 w 12205625"/>
              <a:gd name="connsiteY265" fmla="*/ 6273179 h 6867525"/>
              <a:gd name="connsiteX266" fmla="*/ 1455878 w 12205625"/>
              <a:gd name="connsiteY266" fmla="*/ 6277886 h 6867525"/>
              <a:gd name="connsiteX267" fmla="*/ 1453616 w 12205625"/>
              <a:gd name="connsiteY267" fmla="*/ 6282819 h 6867525"/>
              <a:gd name="connsiteX268" fmla="*/ 1451663 w 12205625"/>
              <a:gd name="connsiteY268" fmla="*/ 6287986 h 6867525"/>
              <a:gd name="connsiteX269" fmla="*/ 1450047 w 12205625"/>
              <a:gd name="connsiteY269" fmla="*/ 6293322 h 6867525"/>
              <a:gd name="connsiteX270" fmla="*/ 1448764 w 12205625"/>
              <a:gd name="connsiteY270" fmla="*/ 6298874 h 6867525"/>
              <a:gd name="connsiteX271" fmla="*/ 1447832 w 12205625"/>
              <a:gd name="connsiteY271" fmla="*/ 6304614 h 6867525"/>
              <a:gd name="connsiteX272" fmla="*/ 1447263 w 12205625"/>
              <a:gd name="connsiteY272" fmla="*/ 6310532 h 6867525"/>
              <a:gd name="connsiteX273" fmla="*/ 1447071 w 12205625"/>
              <a:gd name="connsiteY273" fmla="*/ 6316619 h 6867525"/>
              <a:gd name="connsiteX274" fmla="*/ 1447252 w 12205625"/>
              <a:gd name="connsiteY274" fmla="*/ 6322418 h 6867525"/>
              <a:gd name="connsiteX275" fmla="*/ 1447788 w 12205625"/>
              <a:gd name="connsiteY275" fmla="*/ 6328066 h 6867525"/>
              <a:gd name="connsiteX276" fmla="*/ 1448667 w 12205625"/>
              <a:gd name="connsiteY276" fmla="*/ 6333554 h 6867525"/>
              <a:gd name="connsiteX277" fmla="*/ 1449877 w 12205625"/>
              <a:gd name="connsiteY277" fmla="*/ 6338874 h 6867525"/>
              <a:gd name="connsiteX278" fmla="*/ 1451408 w 12205625"/>
              <a:gd name="connsiteY278" fmla="*/ 6344017 h 6867525"/>
              <a:gd name="connsiteX279" fmla="*/ 1453247 w 12205625"/>
              <a:gd name="connsiteY279" fmla="*/ 6348975 h 6867525"/>
              <a:gd name="connsiteX280" fmla="*/ 1455383 w 12205625"/>
              <a:gd name="connsiteY280" fmla="*/ 6353738 h 6867525"/>
              <a:gd name="connsiteX281" fmla="*/ 1457805 w 12205625"/>
              <a:gd name="connsiteY281" fmla="*/ 6358299 h 6867525"/>
              <a:gd name="connsiteX282" fmla="*/ 1460500 w 12205625"/>
              <a:gd name="connsiteY282" fmla="*/ 6362650 h 6867525"/>
              <a:gd name="connsiteX283" fmla="*/ 1463458 w 12205625"/>
              <a:gd name="connsiteY283" fmla="*/ 6366781 h 6867525"/>
              <a:gd name="connsiteX284" fmla="*/ 1466666 w 12205625"/>
              <a:gd name="connsiteY284" fmla="*/ 6370685 h 6867525"/>
              <a:gd name="connsiteX285" fmla="*/ 1470114 w 12205625"/>
              <a:gd name="connsiteY285" fmla="*/ 6374352 h 6867525"/>
              <a:gd name="connsiteX286" fmla="*/ 1473789 w 12205625"/>
              <a:gd name="connsiteY286" fmla="*/ 6377775 h 6867525"/>
              <a:gd name="connsiteX287" fmla="*/ 1477681 w 12205625"/>
              <a:gd name="connsiteY287" fmla="*/ 6380944 h 6867525"/>
              <a:gd name="connsiteX288" fmla="*/ 1481778 w 12205625"/>
              <a:gd name="connsiteY288" fmla="*/ 6383852 h 6867525"/>
              <a:gd name="connsiteX289" fmla="*/ 1486067 w 12205625"/>
              <a:gd name="connsiteY289" fmla="*/ 6386489 h 6867525"/>
              <a:gd name="connsiteX290" fmla="*/ 1490538 w 12205625"/>
              <a:gd name="connsiteY290" fmla="*/ 6388849 h 6867525"/>
              <a:gd name="connsiteX291" fmla="*/ 1495179 w 12205625"/>
              <a:gd name="connsiteY291" fmla="*/ 6390921 h 6867525"/>
              <a:gd name="connsiteX292" fmla="*/ 1499979 w 12205625"/>
              <a:gd name="connsiteY292" fmla="*/ 6392697 h 6867525"/>
              <a:gd name="connsiteX293" fmla="*/ 1504925 w 12205625"/>
              <a:gd name="connsiteY293" fmla="*/ 6394170 h 6867525"/>
              <a:gd name="connsiteX294" fmla="*/ 1510007 w 12205625"/>
              <a:gd name="connsiteY294" fmla="*/ 6395330 h 6867525"/>
              <a:gd name="connsiteX295" fmla="*/ 1515213 w 12205625"/>
              <a:gd name="connsiteY295" fmla="*/ 6396169 h 6867525"/>
              <a:gd name="connsiteX296" fmla="*/ 1520531 w 12205625"/>
              <a:gd name="connsiteY296" fmla="*/ 6396678 h 6867525"/>
              <a:gd name="connsiteX297" fmla="*/ 1525950 w 12205625"/>
              <a:gd name="connsiteY297" fmla="*/ 6396850 h 6867525"/>
              <a:gd name="connsiteX298" fmla="*/ 1532781 w 12205625"/>
              <a:gd name="connsiteY298" fmla="*/ 6396579 h 6867525"/>
              <a:gd name="connsiteX299" fmla="*/ 1539291 w 12205625"/>
              <a:gd name="connsiteY299" fmla="*/ 6395786 h 6867525"/>
              <a:gd name="connsiteX300" fmla="*/ 1545476 w 12205625"/>
              <a:gd name="connsiteY300" fmla="*/ 6394505 h 6867525"/>
              <a:gd name="connsiteX301" fmla="*/ 1551333 w 12205625"/>
              <a:gd name="connsiteY301" fmla="*/ 6392768 h 6867525"/>
              <a:gd name="connsiteX302" fmla="*/ 1556859 w 12205625"/>
              <a:gd name="connsiteY302" fmla="*/ 6390607 h 6867525"/>
              <a:gd name="connsiteX303" fmla="*/ 1562051 w 12205625"/>
              <a:gd name="connsiteY303" fmla="*/ 6388054 h 6867525"/>
              <a:gd name="connsiteX304" fmla="*/ 1566905 w 12205625"/>
              <a:gd name="connsiteY304" fmla="*/ 6385143 h 6867525"/>
              <a:gd name="connsiteX305" fmla="*/ 1571417 w 12205625"/>
              <a:gd name="connsiteY305" fmla="*/ 6381905 h 6867525"/>
              <a:gd name="connsiteX306" fmla="*/ 1575585 w 12205625"/>
              <a:gd name="connsiteY306" fmla="*/ 6378373 h 6867525"/>
              <a:gd name="connsiteX307" fmla="*/ 1579405 w 12205625"/>
              <a:gd name="connsiteY307" fmla="*/ 6374579 h 6867525"/>
              <a:gd name="connsiteX308" fmla="*/ 1582873 w 12205625"/>
              <a:gd name="connsiteY308" fmla="*/ 6370556 h 6867525"/>
              <a:gd name="connsiteX309" fmla="*/ 1585988 w 12205625"/>
              <a:gd name="connsiteY309" fmla="*/ 6366337 h 6867525"/>
              <a:gd name="connsiteX310" fmla="*/ 1588744 w 12205625"/>
              <a:gd name="connsiteY310" fmla="*/ 6361953 h 6867525"/>
              <a:gd name="connsiteX311" fmla="*/ 1591139 w 12205625"/>
              <a:gd name="connsiteY311" fmla="*/ 6357438 h 6867525"/>
              <a:gd name="connsiteX312" fmla="*/ 1592589 w 12205625"/>
              <a:gd name="connsiteY312" fmla="*/ 6354142 h 6867525"/>
              <a:gd name="connsiteX313" fmla="*/ 1593169 w 12205625"/>
              <a:gd name="connsiteY313" fmla="*/ 6352822 h 6867525"/>
              <a:gd name="connsiteX314" fmla="*/ 1594832 w 12205625"/>
              <a:gd name="connsiteY314" fmla="*/ 6348140 h 6867525"/>
              <a:gd name="connsiteX315" fmla="*/ 1595017 w 12205625"/>
              <a:gd name="connsiteY315" fmla="*/ 6346485 h 6867525"/>
              <a:gd name="connsiteX316" fmla="*/ 1594588 w 12205625"/>
              <a:gd name="connsiteY316" fmla="*/ 6344942 h 6867525"/>
              <a:gd name="connsiteX317" fmla="*/ 1593627 w 12205625"/>
              <a:gd name="connsiteY317" fmla="*/ 6343685 h 6867525"/>
              <a:gd name="connsiteX318" fmla="*/ 1592215 w 12205625"/>
              <a:gd name="connsiteY318" fmla="*/ 6342887 h 6867525"/>
              <a:gd name="connsiteX319" fmla="*/ 1559980 w 12205625"/>
              <a:gd name="connsiteY319" fmla="*/ 6332703 h 6867525"/>
              <a:gd name="connsiteX320" fmla="*/ 1558513 w 12205625"/>
              <a:gd name="connsiteY320" fmla="*/ 6332537 h 6867525"/>
              <a:gd name="connsiteX321" fmla="*/ 1557135 w 12205625"/>
              <a:gd name="connsiteY321" fmla="*/ 6332922 h 6867525"/>
              <a:gd name="connsiteX322" fmla="*/ 1555975 w 12205625"/>
              <a:gd name="connsiteY322" fmla="*/ 6333788 h 6867525"/>
              <a:gd name="connsiteX323" fmla="*/ 1555158 w 12205625"/>
              <a:gd name="connsiteY323" fmla="*/ 6335066 h 6867525"/>
              <a:gd name="connsiteX324" fmla="*/ 1553059 w 12205625"/>
              <a:gd name="connsiteY324" fmla="*/ 6339274 h 6867525"/>
              <a:gd name="connsiteX325" fmla="*/ 1550294 w 12205625"/>
              <a:gd name="connsiteY325" fmla="*/ 6343224 h 6867525"/>
              <a:gd name="connsiteX326" fmla="*/ 1546848 w 12205625"/>
              <a:gd name="connsiteY326" fmla="*/ 6346776 h 6867525"/>
              <a:gd name="connsiteX327" fmla="*/ 1542705 w 12205625"/>
              <a:gd name="connsiteY327" fmla="*/ 6349785 h 6867525"/>
              <a:gd name="connsiteX328" fmla="*/ 1537851 w 12205625"/>
              <a:gd name="connsiteY328" fmla="*/ 6352111 h 6867525"/>
              <a:gd name="connsiteX329" fmla="*/ 1532271 w 12205625"/>
              <a:gd name="connsiteY329" fmla="*/ 6353611 h 6867525"/>
              <a:gd name="connsiteX330" fmla="*/ 1525950 w 12205625"/>
              <a:gd name="connsiteY330" fmla="*/ 6354142 h 6867525"/>
              <a:gd name="connsiteX331" fmla="*/ 1520957 w 12205625"/>
              <a:gd name="connsiteY331" fmla="*/ 6353811 h 6867525"/>
              <a:gd name="connsiteX332" fmla="*/ 1516168 w 12205625"/>
              <a:gd name="connsiteY332" fmla="*/ 6352827 h 6867525"/>
              <a:gd name="connsiteX333" fmla="*/ 1511640 w 12205625"/>
              <a:gd name="connsiteY333" fmla="*/ 6351203 h 6867525"/>
              <a:gd name="connsiteX334" fmla="*/ 1507429 w 12205625"/>
              <a:gd name="connsiteY334" fmla="*/ 6348949 h 6867525"/>
              <a:gd name="connsiteX335" fmla="*/ 1503595 w 12205625"/>
              <a:gd name="connsiteY335" fmla="*/ 6346080 h 6867525"/>
              <a:gd name="connsiteX336" fmla="*/ 1500193 w 12205625"/>
              <a:gd name="connsiteY336" fmla="*/ 6342607 h 6867525"/>
              <a:gd name="connsiteX337" fmla="*/ 1497281 w 12205625"/>
              <a:gd name="connsiteY337" fmla="*/ 6338542 h 6867525"/>
              <a:gd name="connsiteX338" fmla="*/ 1494917 w 12205625"/>
              <a:gd name="connsiteY338" fmla="*/ 6333899 h 6867525"/>
              <a:gd name="connsiteX339" fmla="*/ 1493157 w 12205625"/>
              <a:gd name="connsiteY339" fmla="*/ 6328689 h 6867525"/>
              <a:gd name="connsiteX340" fmla="*/ 1492059 w 12205625"/>
              <a:gd name="connsiteY340" fmla="*/ 6322925 h 6867525"/>
              <a:gd name="connsiteX341" fmla="*/ 1491680 w 12205625"/>
              <a:gd name="connsiteY341" fmla="*/ 6316619 h 6867525"/>
              <a:gd name="connsiteX342" fmla="*/ 1492045 w 12205625"/>
              <a:gd name="connsiteY342" fmla="*/ 6310236 h 6867525"/>
              <a:gd name="connsiteX343" fmla="*/ 1493105 w 12205625"/>
              <a:gd name="connsiteY343" fmla="*/ 6304410 h 6867525"/>
              <a:gd name="connsiteX344" fmla="*/ 1494809 w 12205625"/>
              <a:gd name="connsiteY344" fmla="*/ 6299150 h 6867525"/>
              <a:gd name="connsiteX345" fmla="*/ 1497103 w 12205625"/>
              <a:gd name="connsiteY345" fmla="*/ 6294468 h 6867525"/>
              <a:gd name="connsiteX346" fmla="*/ 1499937 w 12205625"/>
              <a:gd name="connsiteY346" fmla="*/ 6290374 h 6867525"/>
              <a:gd name="connsiteX347" fmla="*/ 1503259 w 12205625"/>
              <a:gd name="connsiteY347" fmla="*/ 6286880 h 6867525"/>
              <a:gd name="connsiteX348" fmla="*/ 1507016 w 12205625"/>
              <a:gd name="connsiteY348" fmla="*/ 6283997 h 6867525"/>
              <a:gd name="connsiteX349" fmla="*/ 1511157 w 12205625"/>
              <a:gd name="connsiteY349" fmla="*/ 6281735 h 6867525"/>
              <a:gd name="connsiteX350" fmla="*/ 1515629 w 12205625"/>
              <a:gd name="connsiteY350" fmla="*/ 6280106 h 6867525"/>
              <a:gd name="connsiteX351" fmla="*/ 1520381 w 12205625"/>
              <a:gd name="connsiteY351" fmla="*/ 6279120 h 6867525"/>
              <a:gd name="connsiteX352" fmla="*/ 1525361 w 12205625"/>
              <a:gd name="connsiteY352" fmla="*/ 6278789 h 6867525"/>
              <a:gd name="connsiteX353" fmla="*/ 1531642 w 12205625"/>
              <a:gd name="connsiteY353" fmla="*/ 6279308 h 6867525"/>
              <a:gd name="connsiteX354" fmla="*/ 1537118 w 12205625"/>
              <a:gd name="connsiteY354" fmla="*/ 6280776 h 6867525"/>
              <a:gd name="connsiteX355" fmla="*/ 1541824 w 12205625"/>
              <a:gd name="connsiteY355" fmla="*/ 6283064 h 6867525"/>
              <a:gd name="connsiteX356" fmla="*/ 1545800 w 12205625"/>
              <a:gd name="connsiteY356" fmla="*/ 6286041 h 6867525"/>
              <a:gd name="connsiteX357" fmla="*/ 1549081 w 12205625"/>
              <a:gd name="connsiteY357" fmla="*/ 6289575 h 6867525"/>
              <a:gd name="connsiteX358" fmla="*/ 1551705 w 12205625"/>
              <a:gd name="connsiteY358" fmla="*/ 6293537 h 6867525"/>
              <a:gd name="connsiteX359" fmla="*/ 1553709 w 12205625"/>
              <a:gd name="connsiteY359" fmla="*/ 6297795 h 6867525"/>
              <a:gd name="connsiteX360" fmla="*/ 1554514 w 12205625"/>
              <a:gd name="connsiteY360" fmla="*/ 6299099 h 6867525"/>
              <a:gd name="connsiteX361" fmla="*/ 1555675 w 12205625"/>
              <a:gd name="connsiteY361" fmla="*/ 6299988 h 6867525"/>
              <a:gd name="connsiteX362" fmla="*/ 1557062 w 12205625"/>
              <a:gd name="connsiteY362" fmla="*/ 6300390 h 6867525"/>
              <a:gd name="connsiteX363" fmla="*/ 1558545 w 12205625"/>
              <a:gd name="connsiteY363" fmla="*/ 6300231 h 6867525"/>
              <a:gd name="connsiteX364" fmla="*/ 1591335 w 12205625"/>
              <a:gd name="connsiteY364" fmla="*/ 6290024 h 6867525"/>
              <a:gd name="connsiteX365" fmla="*/ 1592748 w 12205625"/>
              <a:gd name="connsiteY365" fmla="*/ 6289235 h 6867525"/>
              <a:gd name="connsiteX366" fmla="*/ 1593713 w 12205625"/>
              <a:gd name="connsiteY366" fmla="*/ 6287986 h 6867525"/>
              <a:gd name="connsiteX367" fmla="*/ 1594150 w 12205625"/>
              <a:gd name="connsiteY367" fmla="*/ 6286448 h 6867525"/>
              <a:gd name="connsiteX368" fmla="*/ 1593977 w 12205625"/>
              <a:gd name="connsiteY368" fmla="*/ 6284794 h 6867525"/>
              <a:gd name="connsiteX369" fmla="*/ 1592440 w 12205625"/>
              <a:gd name="connsiteY369" fmla="*/ 6280308 h 6867525"/>
              <a:gd name="connsiteX370" fmla="*/ 1591800 w 12205625"/>
              <a:gd name="connsiteY370" fmla="*/ 6278789 h 6867525"/>
              <a:gd name="connsiteX371" fmla="*/ 1590582 w 12205625"/>
              <a:gd name="connsiteY371" fmla="*/ 6275899 h 6867525"/>
              <a:gd name="connsiteX372" fmla="*/ 1588404 w 12205625"/>
              <a:gd name="connsiteY372" fmla="*/ 6271591 h 6867525"/>
              <a:gd name="connsiteX373" fmla="*/ 1585906 w 12205625"/>
              <a:gd name="connsiteY373" fmla="*/ 6267410 h 6867525"/>
              <a:gd name="connsiteX374" fmla="*/ 1583089 w 12205625"/>
              <a:gd name="connsiteY374" fmla="*/ 6263381 h 6867525"/>
              <a:gd name="connsiteX375" fmla="*/ 1579952 w 12205625"/>
              <a:gd name="connsiteY375" fmla="*/ 6259529 h 6867525"/>
              <a:gd name="connsiteX376" fmla="*/ 1576497 w 12205625"/>
              <a:gd name="connsiteY376" fmla="*/ 6255880 h 6867525"/>
              <a:gd name="connsiteX377" fmla="*/ 1572723 w 12205625"/>
              <a:gd name="connsiteY377" fmla="*/ 6252459 h 6867525"/>
              <a:gd name="connsiteX378" fmla="*/ 1568631 w 12205625"/>
              <a:gd name="connsiteY378" fmla="*/ 6249291 h 6867525"/>
              <a:gd name="connsiteX379" fmla="*/ 1564221 w 12205625"/>
              <a:gd name="connsiteY379" fmla="*/ 6246401 h 6867525"/>
              <a:gd name="connsiteX380" fmla="*/ 1559493 w 12205625"/>
              <a:gd name="connsiteY380" fmla="*/ 6243814 h 6867525"/>
              <a:gd name="connsiteX381" fmla="*/ 1554448 w 12205625"/>
              <a:gd name="connsiteY381" fmla="*/ 6241556 h 6867525"/>
              <a:gd name="connsiteX382" fmla="*/ 1549086 w 12205625"/>
              <a:gd name="connsiteY382" fmla="*/ 6239653 h 6867525"/>
              <a:gd name="connsiteX383" fmla="*/ 1543407 w 12205625"/>
              <a:gd name="connsiteY383" fmla="*/ 6238128 h 6867525"/>
              <a:gd name="connsiteX384" fmla="*/ 1537412 w 12205625"/>
              <a:gd name="connsiteY384" fmla="*/ 6237008 h 6867525"/>
              <a:gd name="connsiteX385" fmla="*/ 1531101 w 12205625"/>
              <a:gd name="connsiteY385" fmla="*/ 6236317 h 6867525"/>
              <a:gd name="connsiteX386" fmla="*/ 1524474 w 12205625"/>
              <a:gd name="connsiteY386" fmla="*/ 6236081 h 6867525"/>
              <a:gd name="connsiteX387" fmla="*/ 1356301 w 12205625"/>
              <a:gd name="connsiteY387" fmla="*/ 6236081 h 6867525"/>
              <a:gd name="connsiteX388" fmla="*/ 1350654 w 12205625"/>
              <a:gd name="connsiteY388" fmla="*/ 6236268 h 6867525"/>
              <a:gd name="connsiteX389" fmla="*/ 1345126 w 12205625"/>
              <a:gd name="connsiteY389" fmla="*/ 6236823 h 6867525"/>
              <a:gd name="connsiteX390" fmla="*/ 1339730 w 12205625"/>
              <a:gd name="connsiteY390" fmla="*/ 6237735 h 6867525"/>
              <a:gd name="connsiteX391" fmla="*/ 1334477 w 12205625"/>
              <a:gd name="connsiteY391" fmla="*/ 6238996 h 6867525"/>
              <a:gd name="connsiteX392" fmla="*/ 1329381 w 12205625"/>
              <a:gd name="connsiteY392" fmla="*/ 6240595 h 6867525"/>
              <a:gd name="connsiteX393" fmla="*/ 1324454 w 12205625"/>
              <a:gd name="connsiteY393" fmla="*/ 6242523 h 6867525"/>
              <a:gd name="connsiteX394" fmla="*/ 1319706 w 12205625"/>
              <a:gd name="connsiteY394" fmla="*/ 6244771 h 6867525"/>
              <a:gd name="connsiteX395" fmla="*/ 1315152 w 12205625"/>
              <a:gd name="connsiteY395" fmla="*/ 6247328 h 6867525"/>
              <a:gd name="connsiteX396" fmla="*/ 1310803 w 12205625"/>
              <a:gd name="connsiteY396" fmla="*/ 6250186 h 6867525"/>
              <a:gd name="connsiteX397" fmla="*/ 1306672 w 12205625"/>
              <a:gd name="connsiteY397" fmla="*/ 6253334 h 6867525"/>
              <a:gd name="connsiteX398" fmla="*/ 1302769 w 12205625"/>
              <a:gd name="connsiteY398" fmla="*/ 6256763 h 6867525"/>
              <a:gd name="connsiteX399" fmla="*/ 1299109 w 12205625"/>
              <a:gd name="connsiteY399" fmla="*/ 6260463 h 6867525"/>
              <a:gd name="connsiteX400" fmla="*/ 1295703 w 12205625"/>
              <a:gd name="connsiteY400" fmla="*/ 6264425 h 6867525"/>
              <a:gd name="connsiteX401" fmla="*/ 1292563 w 12205625"/>
              <a:gd name="connsiteY401" fmla="*/ 6268638 h 6867525"/>
              <a:gd name="connsiteX402" fmla="*/ 1289702 w 12205625"/>
              <a:gd name="connsiteY402" fmla="*/ 6273094 h 6867525"/>
              <a:gd name="connsiteX403" fmla="*/ 1287131 w 12205625"/>
              <a:gd name="connsiteY403" fmla="*/ 6277783 h 6867525"/>
              <a:gd name="connsiteX404" fmla="*/ 1284864 w 12205625"/>
              <a:gd name="connsiteY404" fmla="*/ 6282695 h 6867525"/>
              <a:gd name="connsiteX405" fmla="*/ 1282912 w 12205625"/>
              <a:gd name="connsiteY405" fmla="*/ 6287821 h 6867525"/>
              <a:gd name="connsiteX406" fmla="*/ 1281287 w 12205625"/>
              <a:gd name="connsiteY406" fmla="*/ 6293150 h 6867525"/>
              <a:gd name="connsiteX407" fmla="*/ 1280002 w 12205625"/>
              <a:gd name="connsiteY407" fmla="*/ 6298673 h 6867525"/>
              <a:gd name="connsiteX408" fmla="*/ 1279069 w 12205625"/>
              <a:gd name="connsiteY408" fmla="*/ 6304381 h 6867525"/>
              <a:gd name="connsiteX409" fmla="*/ 1278500 w 12205625"/>
              <a:gd name="connsiteY409" fmla="*/ 6310264 h 6867525"/>
              <a:gd name="connsiteX410" fmla="*/ 1278308 w 12205625"/>
              <a:gd name="connsiteY410" fmla="*/ 6316313 h 6867525"/>
              <a:gd name="connsiteX411" fmla="*/ 1278485 w 12205625"/>
              <a:gd name="connsiteY411" fmla="*/ 6322114 h 6867525"/>
              <a:gd name="connsiteX412" fmla="*/ 1279008 w 12205625"/>
              <a:gd name="connsiteY412" fmla="*/ 6327767 h 6867525"/>
              <a:gd name="connsiteX413" fmla="*/ 1279866 w 12205625"/>
              <a:gd name="connsiteY413" fmla="*/ 6333262 h 6867525"/>
              <a:gd name="connsiteX414" fmla="*/ 1281049 w 12205625"/>
              <a:gd name="connsiteY414" fmla="*/ 6338592 h 6867525"/>
              <a:gd name="connsiteX415" fmla="*/ 1282546 w 12205625"/>
              <a:gd name="connsiteY415" fmla="*/ 6343746 h 6867525"/>
              <a:gd name="connsiteX416" fmla="*/ 1284346 w 12205625"/>
              <a:gd name="connsiteY416" fmla="*/ 6348717 h 6867525"/>
              <a:gd name="connsiteX417" fmla="*/ 1286438 w 12205625"/>
              <a:gd name="connsiteY417" fmla="*/ 6353496 h 6867525"/>
              <a:gd name="connsiteX418" fmla="*/ 1288812 w 12205625"/>
              <a:gd name="connsiteY418" fmla="*/ 6358074 h 6867525"/>
              <a:gd name="connsiteX419" fmla="*/ 1291457 w 12205625"/>
              <a:gd name="connsiteY419" fmla="*/ 6362441 h 6867525"/>
              <a:gd name="connsiteX420" fmla="*/ 1294362 w 12205625"/>
              <a:gd name="connsiteY420" fmla="*/ 6366591 h 6867525"/>
              <a:gd name="connsiteX421" fmla="*/ 1297516 w 12205625"/>
              <a:gd name="connsiteY421" fmla="*/ 6370513 h 6867525"/>
              <a:gd name="connsiteX422" fmla="*/ 1300908 w 12205625"/>
              <a:gd name="connsiteY422" fmla="*/ 6374200 h 6867525"/>
              <a:gd name="connsiteX423" fmla="*/ 1304528 w 12205625"/>
              <a:gd name="connsiteY423" fmla="*/ 6377641 h 6867525"/>
              <a:gd name="connsiteX424" fmla="*/ 1308366 w 12205625"/>
              <a:gd name="connsiteY424" fmla="*/ 6380829 h 6867525"/>
              <a:gd name="connsiteX425" fmla="*/ 1312409 w 12205625"/>
              <a:gd name="connsiteY425" fmla="*/ 6383755 h 6867525"/>
              <a:gd name="connsiteX426" fmla="*/ 1316648 w 12205625"/>
              <a:gd name="connsiteY426" fmla="*/ 6386411 h 6867525"/>
              <a:gd name="connsiteX427" fmla="*/ 1321072 w 12205625"/>
              <a:gd name="connsiteY427" fmla="*/ 6388786 h 6867525"/>
              <a:gd name="connsiteX428" fmla="*/ 1325669 w 12205625"/>
              <a:gd name="connsiteY428" fmla="*/ 6390873 h 6867525"/>
              <a:gd name="connsiteX429" fmla="*/ 1330430 w 12205625"/>
              <a:gd name="connsiteY429" fmla="*/ 6392663 h 6867525"/>
              <a:gd name="connsiteX430" fmla="*/ 1335342 w 12205625"/>
              <a:gd name="connsiteY430" fmla="*/ 6394147 h 6867525"/>
              <a:gd name="connsiteX431" fmla="*/ 1340397 w 12205625"/>
              <a:gd name="connsiteY431" fmla="*/ 6395317 h 6867525"/>
              <a:gd name="connsiteX432" fmla="*/ 1345582 w 12205625"/>
              <a:gd name="connsiteY432" fmla="*/ 6396163 h 6867525"/>
              <a:gd name="connsiteX433" fmla="*/ 1350887 w 12205625"/>
              <a:gd name="connsiteY433" fmla="*/ 6396677 h 6867525"/>
              <a:gd name="connsiteX434" fmla="*/ 1356301 w 12205625"/>
              <a:gd name="connsiteY434" fmla="*/ 6396850 h 6867525"/>
              <a:gd name="connsiteX435" fmla="*/ 1361750 w 12205625"/>
              <a:gd name="connsiteY435" fmla="*/ 6396677 h 6867525"/>
              <a:gd name="connsiteX436" fmla="*/ 1367083 w 12205625"/>
              <a:gd name="connsiteY436" fmla="*/ 6396163 h 6867525"/>
              <a:gd name="connsiteX437" fmla="*/ 1372291 w 12205625"/>
              <a:gd name="connsiteY437" fmla="*/ 6395317 h 6867525"/>
              <a:gd name="connsiteX438" fmla="*/ 1377363 w 12205625"/>
              <a:gd name="connsiteY438" fmla="*/ 6394147 h 6867525"/>
              <a:gd name="connsiteX439" fmla="*/ 1382289 w 12205625"/>
              <a:gd name="connsiteY439" fmla="*/ 6392663 h 6867525"/>
              <a:gd name="connsiteX440" fmla="*/ 1387059 w 12205625"/>
              <a:gd name="connsiteY440" fmla="*/ 6390873 h 6867525"/>
              <a:gd name="connsiteX441" fmla="*/ 1391661 w 12205625"/>
              <a:gd name="connsiteY441" fmla="*/ 6388786 h 6867525"/>
              <a:gd name="connsiteX442" fmla="*/ 1396087 w 12205625"/>
              <a:gd name="connsiteY442" fmla="*/ 6386411 h 6867525"/>
              <a:gd name="connsiteX443" fmla="*/ 1400324 w 12205625"/>
              <a:gd name="connsiteY443" fmla="*/ 6383755 h 6867525"/>
              <a:gd name="connsiteX444" fmla="*/ 1404363 w 12205625"/>
              <a:gd name="connsiteY444" fmla="*/ 6380829 h 6867525"/>
              <a:gd name="connsiteX445" fmla="*/ 1408194 w 12205625"/>
              <a:gd name="connsiteY445" fmla="*/ 6377641 h 6867525"/>
              <a:gd name="connsiteX446" fmla="*/ 1411806 w 12205625"/>
              <a:gd name="connsiteY446" fmla="*/ 6374200 h 6867525"/>
              <a:gd name="connsiteX447" fmla="*/ 1415189 w 12205625"/>
              <a:gd name="connsiteY447" fmla="*/ 6370513 h 6867525"/>
              <a:gd name="connsiteX448" fmla="*/ 1418332 w 12205625"/>
              <a:gd name="connsiteY448" fmla="*/ 6366591 h 6867525"/>
              <a:gd name="connsiteX449" fmla="*/ 1421225 w 12205625"/>
              <a:gd name="connsiteY449" fmla="*/ 6362441 h 6867525"/>
              <a:gd name="connsiteX450" fmla="*/ 1423857 w 12205625"/>
              <a:gd name="connsiteY450" fmla="*/ 6358074 h 6867525"/>
              <a:gd name="connsiteX451" fmla="*/ 1425886 w 12205625"/>
              <a:gd name="connsiteY451" fmla="*/ 6354142 h 6867525"/>
              <a:gd name="connsiteX452" fmla="*/ 1428300 w 12205625"/>
              <a:gd name="connsiteY452" fmla="*/ 6348717 h 6867525"/>
              <a:gd name="connsiteX453" fmla="*/ 1430089 w 12205625"/>
              <a:gd name="connsiteY453" fmla="*/ 6343746 h 6867525"/>
              <a:gd name="connsiteX454" fmla="*/ 1431576 w 12205625"/>
              <a:gd name="connsiteY454" fmla="*/ 6338592 h 6867525"/>
              <a:gd name="connsiteX455" fmla="*/ 1432751 w 12205625"/>
              <a:gd name="connsiteY455" fmla="*/ 6333262 h 6867525"/>
              <a:gd name="connsiteX456" fmla="*/ 1433602 w 12205625"/>
              <a:gd name="connsiteY456" fmla="*/ 6327767 h 6867525"/>
              <a:gd name="connsiteX457" fmla="*/ 1434121 w 12205625"/>
              <a:gd name="connsiteY457" fmla="*/ 6322114 h 6867525"/>
              <a:gd name="connsiteX458" fmla="*/ 1434296 w 12205625"/>
              <a:gd name="connsiteY458" fmla="*/ 6316313 h 6867525"/>
              <a:gd name="connsiteX459" fmla="*/ 1434106 w 12205625"/>
              <a:gd name="connsiteY459" fmla="*/ 6310264 h 6867525"/>
              <a:gd name="connsiteX460" fmla="*/ 1433541 w 12205625"/>
              <a:gd name="connsiteY460" fmla="*/ 6304381 h 6867525"/>
              <a:gd name="connsiteX461" fmla="*/ 1432615 w 12205625"/>
              <a:gd name="connsiteY461" fmla="*/ 6298673 h 6867525"/>
              <a:gd name="connsiteX462" fmla="*/ 1431339 w 12205625"/>
              <a:gd name="connsiteY462" fmla="*/ 6293150 h 6867525"/>
              <a:gd name="connsiteX463" fmla="*/ 1429725 w 12205625"/>
              <a:gd name="connsiteY463" fmla="*/ 6287821 h 6867525"/>
              <a:gd name="connsiteX464" fmla="*/ 1427785 w 12205625"/>
              <a:gd name="connsiteY464" fmla="*/ 6282695 h 6867525"/>
              <a:gd name="connsiteX465" fmla="*/ 1425992 w 12205625"/>
              <a:gd name="connsiteY465" fmla="*/ 6278789 h 6867525"/>
              <a:gd name="connsiteX466" fmla="*/ 1425530 w 12205625"/>
              <a:gd name="connsiteY466" fmla="*/ 6277783 h 6867525"/>
              <a:gd name="connsiteX467" fmla="*/ 1422972 w 12205625"/>
              <a:gd name="connsiteY467" fmla="*/ 6273094 h 6867525"/>
              <a:gd name="connsiteX468" fmla="*/ 1420123 w 12205625"/>
              <a:gd name="connsiteY468" fmla="*/ 6268638 h 6867525"/>
              <a:gd name="connsiteX469" fmla="*/ 1416996 w 12205625"/>
              <a:gd name="connsiteY469" fmla="*/ 6264425 h 6867525"/>
              <a:gd name="connsiteX470" fmla="*/ 1413600 w 12205625"/>
              <a:gd name="connsiteY470" fmla="*/ 6260463 h 6867525"/>
              <a:gd name="connsiteX471" fmla="*/ 1409950 w 12205625"/>
              <a:gd name="connsiteY471" fmla="*/ 6256763 h 6867525"/>
              <a:gd name="connsiteX472" fmla="*/ 1406055 w 12205625"/>
              <a:gd name="connsiteY472" fmla="*/ 6253334 h 6867525"/>
              <a:gd name="connsiteX473" fmla="*/ 1401929 w 12205625"/>
              <a:gd name="connsiteY473" fmla="*/ 6250186 h 6867525"/>
              <a:gd name="connsiteX474" fmla="*/ 1397583 w 12205625"/>
              <a:gd name="connsiteY474" fmla="*/ 6247328 h 6867525"/>
              <a:gd name="connsiteX475" fmla="*/ 1393028 w 12205625"/>
              <a:gd name="connsiteY475" fmla="*/ 6244771 h 6867525"/>
              <a:gd name="connsiteX476" fmla="*/ 1388276 w 12205625"/>
              <a:gd name="connsiteY476" fmla="*/ 6242523 h 6867525"/>
              <a:gd name="connsiteX477" fmla="*/ 1383340 w 12205625"/>
              <a:gd name="connsiteY477" fmla="*/ 6240595 h 6867525"/>
              <a:gd name="connsiteX478" fmla="*/ 1378231 w 12205625"/>
              <a:gd name="connsiteY478" fmla="*/ 6238996 h 6867525"/>
              <a:gd name="connsiteX479" fmla="*/ 1372961 w 12205625"/>
              <a:gd name="connsiteY479" fmla="*/ 6237735 h 6867525"/>
              <a:gd name="connsiteX480" fmla="*/ 1367541 w 12205625"/>
              <a:gd name="connsiteY480" fmla="*/ 6236823 h 6867525"/>
              <a:gd name="connsiteX481" fmla="*/ 1361984 w 12205625"/>
              <a:gd name="connsiteY481" fmla="*/ 6236268 h 6867525"/>
              <a:gd name="connsiteX482" fmla="*/ 1356301 w 12205625"/>
              <a:gd name="connsiteY482" fmla="*/ 6236081 h 6867525"/>
              <a:gd name="connsiteX483" fmla="*/ 788397 w 12205625"/>
              <a:gd name="connsiteY483" fmla="*/ 6175982 h 6867525"/>
              <a:gd name="connsiteX484" fmla="*/ 786849 w 12205625"/>
              <a:gd name="connsiteY484" fmla="*/ 6176305 h 6867525"/>
              <a:gd name="connsiteX485" fmla="*/ 785585 w 12205625"/>
              <a:gd name="connsiteY485" fmla="*/ 6177185 h 6867525"/>
              <a:gd name="connsiteX486" fmla="*/ 784733 w 12205625"/>
              <a:gd name="connsiteY486" fmla="*/ 6178491 h 6867525"/>
              <a:gd name="connsiteX487" fmla="*/ 784420 w 12205625"/>
              <a:gd name="connsiteY487" fmla="*/ 6180089 h 6867525"/>
              <a:gd name="connsiteX488" fmla="*/ 784420 w 12205625"/>
              <a:gd name="connsiteY488" fmla="*/ 6388168 h 6867525"/>
              <a:gd name="connsiteX489" fmla="*/ 784733 w 12205625"/>
              <a:gd name="connsiteY489" fmla="*/ 6389767 h 6867525"/>
              <a:gd name="connsiteX490" fmla="*/ 785585 w 12205625"/>
              <a:gd name="connsiteY490" fmla="*/ 6391072 h 6867525"/>
              <a:gd name="connsiteX491" fmla="*/ 786849 w 12205625"/>
              <a:gd name="connsiteY491" fmla="*/ 6391952 h 6867525"/>
              <a:gd name="connsiteX492" fmla="*/ 788397 w 12205625"/>
              <a:gd name="connsiteY492" fmla="*/ 6392275 h 6867525"/>
              <a:gd name="connsiteX493" fmla="*/ 913386 w 12205625"/>
              <a:gd name="connsiteY493" fmla="*/ 6392275 h 6867525"/>
              <a:gd name="connsiteX494" fmla="*/ 914934 w 12205625"/>
              <a:gd name="connsiteY494" fmla="*/ 6391952 h 6867525"/>
              <a:gd name="connsiteX495" fmla="*/ 916198 w 12205625"/>
              <a:gd name="connsiteY495" fmla="*/ 6391072 h 6867525"/>
              <a:gd name="connsiteX496" fmla="*/ 917050 w 12205625"/>
              <a:gd name="connsiteY496" fmla="*/ 6389767 h 6867525"/>
              <a:gd name="connsiteX497" fmla="*/ 917363 w 12205625"/>
              <a:gd name="connsiteY497" fmla="*/ 6388168 h 6867525"/>
              <a:gd name="connsiteX498" fmla="*/ 917363 w 12205625"/>
              <a:gd name="connsiteY498" fmla="*/ 6350622 h 6867525"/>
              <a:gd name="connsiteX499" fmla="*/ 914934 w 12205625"/>
              <a:gd name="connsiteY499" fmla="*/ 6346838 h 6867525"/>
              <a:gd name="connsiteX500" fmla="*/ 835075 w 12205625"/>
              <a:gd name="connsiteY500" fmla="*/ 6346515 h 6867525"/>
              <a:gd name="connsiteX501" fmla="*/ 833527 w 12205625"/>
              <a:gd name="connsiteY501" fmla="*/ 6346192 h 6867525"/>
              <a:gd name="connsiteX502" fmla="*/ 832263 w 12205625"/>
              <a:gd name="connsiteY502" fmla="*/ 6345312 h 6867525"/>
              <a:gd name="connsiteX503" fmla="*/ 831410 w 12205625"/>
              <a:gd name="connsiteY503" fmla="*/ 6344006 h 6867525"/>
              <a:gd name="connsiteX504" fmla="*/ 831097 w 12205625"/>
              <a:gd name="connsiteY504" fmla="*/ 6342408 h 6867525"/>
              <a:gd name="connsiteX505" fmla="*/ 831097 w 12205625"/>
              <a:gd name="connsiteY505" fmla="*/ 6309132 h 6867525"/>
              <a:gd name="connsiteX506" fmla="*/ 831410 w 12205625"/>
              <a:gd name="connsiteY506" fmla="*/ 6307534 h 6867525"/>
              <a:gd name="connsiteX507" fmla="*/ 832263 w 12205625"/>
              <a:gd name="connsiteY507" fmla="*/ 6306228 h 6867525"/>
              <a:gd name="connsiteX508" fmla="*/ 833527 w 12205625"/>
              <a:gd name="connsiteY508" fmla="*/ 6305348 h 6867525"/>
              <a:gd name="connsiteX509" fmla="*/ 835075 w 12205625"/>
              <a:gd name="connsiteY509" fmla="*/ 6305025 h 6867525"/>
              <a:gd name="connsiteX510" fmla="*/ 905112 w 12205625"/>
              <a:gd name="connsiteY510" fmla="*/ 6305025 h 6867525"/>
              <a:gd name="connsiteX511" fmla="*/ 906661 w 12205625"/>
              <a:gd name="connsiteY511" fmla="*/ 6304703 h 6867525"/>
              <a:gd name="connsiteX512" fmla="*/ 907925 w 12205625"/>
              <a:gd name="connsiteY512" fmla="*/ 6303823 h 6867525"/>
              <a:gd name="connsiteX513" fmla="*/ 908778 w 12205625"/>
              <a:gd name="connsiteY513" fmla="*/ 6302517 h 6867525"/>
              <a:gd name="connsiteX514" fmla="*/ 909091 w 12205625"/>
              <a:gd name="connsiteY514" fmla="*/ 6300918 h 6867525"/>
              <a:gd name="connsiteX515" fmla="*/ 909091 w 12205625"/>
              <a:gd name="connsiteY515" fmla="*/ 6266729 h 6867525"/>
              <a:gd name="connsiteX516" fmla="*/ 908778 w 12205625"/>
              <a:gd name="connsiteY516" fmla="*/ 6265130 h 6867525"/>
              <a:gd name="connsiteX517" fmla="*/ 907925 w 12205625"/>
              <a:gd name="connsiteY517" fmla="*/ 6263825 h 6867525"/>
              <a:gd name="connsiteX518" fmla="*/ 906661 w 12205625"/>
              <a:gd name="connsiteY518" fmla="*/ 6262944 h 6867525"/>
              <a:gd name="connsiteX519" fmla="*/ 905112 w 12205625"/>
              <a:gd name="connsiteY519" fmla="*/ 6262622 h 6867525"/>
              <a:gd name="connsiteX520" fmla="*/ 835075 w 12205625"/>
              <a:gd name="connsiteY520" fmla="*/ 6262622 h 6867525"/>
              <a:gd name="connsiteX521" fmla="*/ 833527 w 12205625"/>
              <a:gd name="connsiteY521" fmla="*/ 6262299 h 6867525"/>
              <a:gd name="connsiteX522" fmla="*/ 832263 w 12205625"/>
              <a:gd name="connsiteY522" fmla="*/ 6261419 h 6867525"/>
              <a:gd name="connsiteX523" fmla="*/ 831410 w 12205625"/>
              <a:gd name="connsiteY523" fmla="*/ 6260114 h 6867525"/>
              <a:gd name="connsiteX524" fmla="*/ 831097 w 12205625"/>
              <a:gd name="connsiteY524" fmla="*/ 6258515 h 6867525"/>
              <a:gd name="connsiteX525" fmla="*/ 831097 w 12205625"/>
              <a:gd name="connsiteY525" fmla="*/ 6225545 h 6867525"/>
              <a:gd name="connsiteX526" fmla="*/ 831410 w 12205625"/>
              <a:gd name="connsiteY526" fmla="*/ 6223946 h 6867525"/>
              <a:gd name="connsiteX527" fmla="*/ 832263 w 12205625"/>
              <a:gd name="connsiteY527" fmla="*/ 6222641 h 6867525"/>
              <a:gd name="connsiteX528" fmla="*/ 833527 w 12205625"/>
              <a:gd name="connsiteY528" fmla="*/ 6221761 h 6867525"/>
              <a:gd name="connsiteX529" fmla="*/ 835075 w 12205625"/>
              <a:gd name="connsiteY529" fmla="*/ 6221438 h 6867525"/>
              <a:gd name="connsiteX530" fmla="*/ 913090 w 12205625"/>
              <a:gd name="connsiteY530" fmla="*/ 6221438 h 6867525"/>
              <a:gd name="connsiteX531" fmla="*/ 914638 w 12205625"/>
              <a:gd name="connsiteY531" fmla="*/ 6221115 h 6867525"/>
              <a:gd name="connsiteX532" fmla="*/ 915902 w 12205625"/>
              <a:gd name="connsiteY532" fmla="*/ 6220235 h 6867525"/>
              <a:gd name="connsiteX533" fmla="*/ 916754 w 12205625"/>
              <a:gd name="connsiteY533" fmla="*/ 6218930 h 6867525"/>
              <a:gd name="connsiteX534" fmla="*/ 917067 w 12205625"/>
              <a:gd name="connsiteY534" fmla="*/ 6217331 h 6867525"/>
              <a:gd name="connsiteX535" fmla="*/ 917067 w 12205625"/>
              <a:gd name="connsiteY535" fmla="*/ 6180089 h 6867525"/>
              <a:gd name="connsiteX536" fmla="*/ 916754 w 12205625"/>
              <a:gd name="connsiteY536" fmla="*/ 6178491 h 6867525"/>
              <a:gd name="connsiteX537" fmla="*/ 915902 w 12205625"/>
              <a:gd name="connsiteY537" fmla="*/ 6177185 h 6867525"/>
              <a:gd name="connsiteX538" fmla="*/ 914638 w 12205625"/>
              <a:gd name="connsiteY538" fmla="*/ 6176305 h 6867525"/>
              <a:gd name="connsiteX539" fmla="*/ 913090 w 12205625"/>
              <a:gd name="connsiteY539" fmla="*/ 6175982 h 6867525"/>
              <a:gd name="connsiteX540" fmla="*/ 788397 w 12205625"/>
              <a:gd name="connsiteY540" fmla="*/ 6175982 h 6867525"/>
              <a:gd name="connsiteX541" fmla="*/ 1130966 w 12205625"/>
              <a:gd name="connsiteY541" fmla="*/ 6167136 h 6867525"/>
              <a:gd name="connsiteX542" fmla="*/ 1125778 w 12205625"/>
              <a:gd name="connsiteY542" fmla="*/ 6167690 h 6867525"/>
              <a:gd name="connsiteX543" fmla="*/ 1120922 w 12205625"/>
              <a:gd name="connsiteY543" fmla="*/ 6169276 h 6867525"/>
              <a:gd name="connsiteX544" fmla="*/ 1116509 w 12205625"/>
              <a:gd name="connsiteY544" fmla="*/ 6171785 h 6867525"/>
              <a:gd name="connsiteX545" fmla="*/ 1112650 w 12205625"/>
              <a:gd name="connsiteY545" fmla="*/ 6175106 h 6867525"/>
              <a:gd name="connsiteX546" fmla="*/ 1109456 w 12205625"/>
              <a:gd name="connsiteY546" fmla="*/ 6179127 h 6867525"/>
              <a:gd name="connsiteX547" fmla="*/ 1107037 w 12205625"/>
              <a:gd name="connsiteY547" fmla="*/ 6183738 h 6867525"/>
              <a:gd name="connsiteX548" fmla="*/ 1105504 w 12205625"/>
              <a:gd name="connsiteY548" fmla="*/ 6188829 h 6867525"/>
              <a:gd name="connsiteX549" fmla="*/ 1104969 w 12205625"/>
              <a:gd name="connsiteY549" fmla="*/ 6194287 h 6867525"/>
              <a:gd name="connsiteX550" fmla="*/ 1105504 w 12205625"/>
              <a:gd name="connsiteY550" fmla="*/ 6199746 h 6867525"/>
              <a:gd name="connsiteX551" fmla="*/ 1107037 w 12205625"/>
              <a:gd name="connsiteY551" fmla="*/ 6204836 h 6867525"/>
              <a:gd name="connsiteX552" fmla="*/ 1109456 w 12205625"/>
              <a:gd name="connsiteY552" fmla="*/ 6209447 h 6867525"/>
              <a:gd name="connsiteX553" fmla="*/ 1112650 w 12205625"/>
              <a:gd name="connsiteY553" fmla="*/ 6213468 h 6867525"/>
              <a:gd name="connsiteX554" fmla="*/ 1116509 w 12205625"/>
              <a:gd name="connsiteY554" fmla="*/ 6216789 h 6867525"/>
              <a:gd name="connsiteX555" fmla="*/ 1120922 w 12205625"/>
              <a:gd name="connsiteY555" fmla="*/ 6219298 h 6867525"/>
              <a:gd name="connsiteX556" fmla="*/ 1125778 w 12205625"/>
              <a:gd name="connsiteY556" fmla="*/ 6220885 h 6867525"/>
              <a:gd name="connsiteX557" fmla="*/ 1130966 w 12205625"/>
              <a:gd name="connsiteY557" fmla="*/ 6221438 h 6867525"/>
              <a:gd name="connsiteX558" fmla="*/ 1136350 w 12205625"/>
              <a:gd name="connsiteY558" fmla="*/ 6220885 h 6867525"/>
              <a:gd name="connsiteX559" fmla="*/ 1141353 w 12205625"/>
              <a:gd name="connsiteY559" fmla="*/ 6219298 h 6867525"/>
              <a:gd name="connsiteX560" fmla="*/ 1145871 w 12205625"/>
              <a:gd name="connsiteY560" fmla="*/ 6216789 h 6867525"/>
              <a:gd name="connsiteX561" fmla="*/ 1149800 w 12205625"/>
              <a:gd name="connsiteY561" fmla="*/ 6213468 h 6867525"/>
              <a:gd name="connsiteX562" fmla="*/ 1153038 w 12205625"/>
              <a:gd name="connsiteY562" fmla="*/ 6209447 h 6867525"/>
              <a:gd name="connsiteX563" fmla="*/ 1155478 w 12205625"/>
              <a:gd name="connsiteY563" fmla="*/ 6204836 h 6867525"/>
              <a:gd name="connsiteX564" fmla="*/ 1157019 w 12205625"/>
              <a:gd name="connsiteY564" fmla="*/ 6199746 h 6867525"/>
              <a:gd name="connsiteX565" fmla="*/ 1157556 w 12205625"/>
              <a:gd name="connsiteY565" fmla="*/ 6194287 h 6867525"/>
              <a:gd name="connsiteX566" fmla="*/ 1157019 w 12205625"/>
              <a:gd name="connsiteY566" fmla="*/ 6188829 h 6867525"/>
              <a:gd name="connsiteX567" fmla="*/ 1155478 w 12205625"/>
              <a:gd name="connsiteY567" fmla="*/ 6183738 h 6867525"/>
              <a:gd name="connsiteX568" fmla="*/ 1153038 w 12205625"/>
              <a:gd name="connsiteY568" fmla="*/ 6179127 h 6867525"/>
              <a:gd name="connsiteX569" fmla="*/ 1149800 w 12205625"/>
              <a:gd name="connsiteY569" fmla="*/ 6175106 h 6867525"/>
              <a:gd name="connsiteX570" fmla="*/ 1145871 w 12205625"/>
              <a:gd name="connsiteY570" fmla="*/ 6171785 h 6867525"/>
              <a:gd name="connsiteX571" fmla="*/ 1141353 w 12205625"/>
              <a:gd name="connsiteY571" fmla="*/ 6169276 h 6867525"/>
              <a:gd name="connsiteX572" fmla="*/ 1136350 w 12205625"/>
              <a:gd name="connsiteY572" fmla="*/ 6167690 h 6867525"/>
              <a:gd name="connsiteX573" fmla="*/ 1130966 w 12205625"/>
              <a:gd name="connsiteY573" fmla="*/ 6167136 h 6867525"/>
              <a:gd name="connsiteX574" fmla="*/ 587603 w 12205625"/>
              <a:gd name="connsiteY574" fmla="*/ 6130388 h 6867525"/>
              <a:gd name="connsiteX575" fmla="*/ 582187 w 12205625"/>
              <a:gd name="connsiteY575" fmla="*/ 6131131 h 6867525"/>
              <a:gd name="connsiteX576" fmla="*/ 577056 w 12205625"/>
              <a:gd name="connsiteY576" fmla="*/ 6133358 h 6867525"/>
              <a:gd name="connsiteX577" fmla="*/ 474730 w 12205625"/>
              <a:gd name="connsiteY577" fmla="*/ 6195414 h 6867525"/>
              <a:gd name="connsiteX578" fmla="*/ 470330 w 12205625"/>
              <a:gd name="connsiteY578" fmla="*/ 6198968 h 6867525"/>
              <a:gd name="connsiteX579" fmla="*/ 467011 w 12205625"/>
              <a:gd name="connsiteY579" fmla="*/ 6203523 h 6867525"/>
              <a:gd name="connsiteX580" fmla="*/ 464915 w 12205625"/>
              <a:gd name="connsiteY580" fmla="*/ 6208820 h 6867525"/>
              <a:gd name="connsiteX581" fmla="*/ 464185 w 12205625"/>
              <a:gd name="connsiteY581" fmla="*/ 6214601 h 6867525"/>
              <a:gd name="connsiteX582" fmla="*/ 464185 w 12205625"/>
              <a:gd name="connsiteY582" fmla="*/ 6338713 h 6867525"/>
              <a:gd name="connsiteX583" fmla="*/ 464915 w 12205625"/>
              <a:gd name="connsiteY583" fmla="*/ 6344494 h 6867525"/>
              <a:gd name="connsiteX584" fmla="*/ 467011 w 12205625"/>
              <a:gd name="connsiteY584" fmla="*/ 6349791 h 6867525"/>
              <a:gd name="connsiteX585" fmla="*/ 470330 w 12205625"/>
              <a:gd name="connsiteY585" fmla="*/ 6354347 h 6867525"/>
              <a:gd name="connsiteX586" fmla="*/ 474731 w 12205625"/>
              <a:gd name="connsiteY586" fmla="*/ 6357902 h 6867525"/>
              <a:gd name="connsiteX587" fmla="*/ 577056 w 12205625"/>
              <a:gd name="connsiteY587" fmla="*/ 6419958 h 6867525"/>
              <a:gd name="connsiteX588" fmla="*/ 582187 w 12205625"/>
              <a:gd name="connsiteY588" fmla="*/ 6422184 h 6867525"/>
              <a:gd name="connsiteX589" fmla="*/ 587603 w 12205625"/>
              <a:gd name="connsiteY589" fmla="*/ 6422926 h 6867525"/>
              <a:gd name="connsiteX590" fmla="*/ 593018 w 12205625"/>
              <a:gd name="connsiteY590" fmla="*/ 6422184 h 6867525"/>
              <a:gd name="connsiteX591" fmla="*/ 598149 w 12205625"/>
              <a:gd name="connsiteY591" fmla="*/ 6419958 h 6867525"/>
              <a:gd name="connsiteX592" fmla="*/ 693908 w 12205625"/>
              <a:gd name="connsiteY592" fmla="*/ 6361884 h 6867525"/>
              <a:gd name="connsiteX593" fmla="*/ 700475 w 12205625"/>
              <a:gd name="connsiteY593" fmla="*/ 6357902 h 6867525"/>
              <a:gd name="connsiteX594" fmla="*/ 704876 w 12205625"/>
              <a:gd name="connsiteY594" fmla="*/ 6354347 h 6867525"/>
              <a:gd name="connsiteX595" fmla="*/ 708195 w 12205625"/>
              <a:gd name="connsiteY595" fmla="*/ 6349791 h 6867525"/>
              <a:gd name="connsiteX596" fmla="*/ 710290 w 12205625"/>
              <a:gd name="connsiteY596" fmla="*/ 6344494 h 6867525"/>
              <a:gd name="connsiteX597" fmla="*/ 711020 w 12205625"/>
              <a:gd name="connsiteY597" fmla="*/ 6338713 h 6867525"/>
              <a:gd name="connsiteX598" fmla="*/ 711020 w 12205625"/>
              <a:gd name="connsiteY598" fmla="*/ 6287037 h 6867525"/>
              <a:gd name="connsiteX599" fmla="*/ 587603 w 12205625"/>
              <a:gd name="connsiteY599" fmla="*/ 6361884 h 6867525"/>
              <a:gd name="connsiteX600" fmla="*/ 518967 w 12205625"/>
              <a:gd name="connsiteY600" fmla="*/ 6320260 h 6867525"/>
              <a:gd name="connsiteX601" fmla="*/ 519004 w 12205625"/>
              <a:gd name="connsiteY601" fmla="*/ 6235036 h 6867525"/>
              <a:gd name="connsiteX602" fmla="*/ 582538 w 12205625"/>
              <a:gd name="connsiteY602" fmla="*/ 6196483 h 6867525"/>
              <a:gd name="connsiteX603" fmla="*/ 585000 w 12205625"/>
              <a:gd name="connsiteY603" fmla="*/ 6195414 h 6867525"/>
              <a:gd name="connsiteX604" fmla="*/ 587603 w 12205625"/>
              <a:gd name="connsiteY604" fmla="*/ 6195057 h 6867525"/>
              <a:gd name="connsiteX605" fmla="*/ 590208 w 12205625"/>
              <a:gd name="connsiteY605" fmla="*/ 6195414 h 6867525"/>
              <a:gd name="connsiteX606" fmla="*/ 592674 w 12205625"/>
              <a:gd name="connsiteY606" fmla="*/ 6196485 h 6867525"/>
              <a:gd name="connsiteX607" fmla="*/ 656238 w 12205625"/>
              <a:gd name="connsiteY607" fmla="*/ 6235034 h 6867525"/>
              <a:gd name="connsiteX608" fmla="*/ 596138 w 12205625"/>
              <a:gd name="connsiteY608" fmla="*/ 6271483 h 6867525"/>
              <a:gd name="connsiteX609" fmla="*/ 591986 w 12205625"/>
              <a:gd name="connsiteY609" fmla="*/ 6273284 h 6867525"/>
              <a:gd name="connsiteX610" fmla="*/ 587603 w 12205625"/>
              <a:gd name="connsiteY610" fmla="*/ 6273884 h 6867525"/>
              <a:gd name="connsiteX611" fmla="*/ 583221 w 12205625"/>
              <a:gd name="connsiteY611" fmla="*/ 6273283 h 6867525"/>
              <a:gd name="connsiteX612" fmla="*/ 579069 w 12205625"/>
              <a:gd name="connsiteY612" fmla="*/ 6271481 h 6867525"/>
              <a:gd name="connsiteX613" fmla="*/ 536076 w 12205625"/>
              <a:gd name="connsiteY613" fmla="*/ 6245395 h 6867525"/>
              <a:gd name="connsiteX614" fmla="*/ 536046 w 12205625"/>
              <a:gd name="connsiteY614" fmla="*/ 6309859 h 6867525"/>
              <a:gd name="connsiteX615" fmla="*/ 587603 w 12205625"/>
              <a:gd name="connsiteY615" fmla="*/ 6341127 h 6867525"/>
              <a:gd name="connsiteX616" fmla="*/ 698481 w 12205625"/>
              <a:gd name="connsiteY616" fmla="*/ 6273884 h 6867525"/>
              <a:gd name="connsiteX617" fmla="*/ 711020 w 12205625"/>
              <a:gd name="connsiteY617" fmla="*/ 6266280 h 6867525"/>
              <a:gd name="connsiteX618" fmla="*/ 711020 w 12205625"/>
              <a:gd name="connsiteY618" fmla="*/ 6214601 h 6867525"/>
              <a:gd name="connsiteX619" fmla="*/ 710290 w 12205625"/>
              <a:gd name="connsiteY619" fmla="*/ 6208820 h 6867525"/>
              <a:gd name="connsiteX620" fmla="*/ 708195 w 12205625"/>
              <a:gd name="connsiteY620" fmla="*/ 6203523 h 6867525"/>
              <a:gd name="connsiteX621" fmla="*/ 704876 w 12205625"/>
              <a:gd name="connsiteY621" fmla="*/ 6198968 h 6867525"/>
              <a:gd name="connsiteX622" fmla="*/ 700475 w 12205625"/>
              <a:gd name="connsiteY622" fmla="*/ 6195413 h 6867525"/>
              <a:gd name="connsiteX623" fmla="*/ 699887 w 12205625"/>
              <a:gd name="connsiteY623" fmla="*/ 6195057 h 6867525"/>
              <a:gd name="connsiteX624" fmla="*/ 598149 w 12205625"/>
              <a:gd name="connsiteY624" fmla="*/ 6133358 h 6867525"/>
              <a:gd name="connsiteX625" fmla="*/ 593018 w 12205625"/>
              <a:gd name="connsiteY625" fmla="*/ 6131131 h 6867525"/>
              <a:gd name="connsiteX626" fmla="*/ 587603 w 12205625"/>
              <a:gd name="connsiteY626" fmla="*/ 6130388 h 6867525"/>
              <a:gd name="connsiteX627" fmla="*/ 0 w 12205625"/>
              <a:gd name="connsiteY627" fmla="*/ 0 h 6867525"/>
              <a:gd name="connsiteX628" fmla="*/ 12204708 w 12205625"/>
              <a:gd name="connsiteY628" fmla="*/ 0 h 6867525"/>
              <a:gd name="connsiteX629" fmla="*/ 12204708 w 12205625"/>
              <a:gd name="connsiteY629" fmla="*/ 6867525 h 6867525"/>
              <a:gd name="connsiteX630" fmla="*/ 6353 w 12205625"/>
              <a:gd name="connsiteY630" fmla="*/ 6867525 h 6867525"/>
              <a:gd name="connsiteX631" fmla="*/ 0 w 12205625"/>
              <a:gd name="connsiteY631" fmla="*/ 0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205625" h="6867525">
                <a:moveTo>
                  <a:pt x="1014246" y="6278790"/>
                </a:moveTo>
                <a:lnTo>
                  <a:pt x="1019019" y="6279093"/>
                </a:lnTo>
                <a:lnTo>
                  <a:pt x="1023628" y="6280006"/>
                </a:lnTo>
                <a:lnTo>
                  <a:pt x="1028012" y="6281532"/>
                </a:lnTo>
                <a:lnTo>
                  <a:pt x="1032110" y="6283675"/>
                </a:lnTo>
                <a:lnTo>
                  <a:pt x="1035860" y="6286440"/>
                </a:lnTo>
                <a:lnTo>
                  <a:pt x="1039201" y="6289831"/>
                </a:lnTo>
                <a:lnTo>
                  <a:pt x="1042072" y="6293851"/>
                </a:lnTo>
                <a:lnTo>
                  <a:pt x="1044412" y="6298506"/>
                </a:lnTo>
                <a:lnTo>
                  <a:pt x="1046159" y="6303798"/>
                </a:lnTo>
                <a:lnTo>
                  <a:pt x="1047252" y="6309733"/>
                </a:lnTo>
                <a:lnTo>
                  <a:pt x="1047630" y="6316313"/>
                </a:lnTo>
                <a:lnTo>
                  <a:pt x="1047252" y="6322901"/>
                </a:lnTo>
                <a:lnTo>
                  <a:pt x="1046159" y="6328855"/>
                </a:lnTo>
                <a:lnTo>
                  <a:pt x="1044412" y="6334177"/>
                </a:lnTo>
                <a:lnTo>
                  <a:pt x="1042072" y="6338867"/>
                </a:lnTo>
                <a:lnTo>
                  <a:pt x="1039201" y="6342928"/>
                </a:lnTo>
                <a:lnTo>
                  <a:pt x="1035860" y="6346360"/>
                </a:lnTo>
                <a:lnTo>
                  <a:pt x="1032110" y="6349166"/>
                </a:lnTo>
                <a:lnTo>
                  <a:pt x="1028012" y="6351345"/>
                </a:lnTo>
                <a:lnTo>
                  <a:pt x="1023628" y="6352900"/>
                </a:lnTo>
                <a:lnTo>
                  <a:pt x="1019019" y="6353832"/>
                </a:lnTo>
                <a:lnTo>
                  <a:pt x="1014246" y="6354143"/>
                </a:lnTo>
                <a:lnTo>
                  <a:pt x="1009546" y="6353825"/>
                </a:lnTo>
                <a:lnTo>
                  <a:pt x="1004998" y="6352875"/>
                </a:lnTo>
                <a:lnTo>
                  <a:pt x="1000662" y="6351296"/>
                </a:lnTo>
                <a:lnTo>
                  <a:pt x="996602" y="6349089"/>
                </a:lnTo>
                <a:lnTo>
                  <a:pt x="992880" y="6346257"/>
                </a:lnTo>
                <a:lnTo>
                  <a:pt x="989560" y="6342805"/>
                </a:lnTo>
                <a:lnTo>
                  <a:pt x="986702" y="6338733"/>
                </a:lnTo>
                <a:lnTo>
                  <a:pt x="984371" y="6334045"/>
                </a:lnTo>
                <a:lnTo>
                  <a:pt x="982628" y="6328744"/>
                </a:lnTo>
                <a:lnTo>
                  <a:pt x="981537" y="6322833"/>
                </a:lnTo>
                <a:lnTo>
                  <a:pt x="981159" y="6316313"/>
                </a:lnTo>
                <a:lnTo>
                  <a:pt x="981537" y="6309733"/>
                </a:lnTo>
                <a:lnTo>
                  <a:pt x="982628" y="6303798"/>
                </a:lnTo>
                <a:lnTo>
                  <a:pt x="984371" y="6298506"/>
                </a:lnTo>
                <a:lnTo>
                  <a:pt x="986702" y="6293851"/>
                </a:lnTo>
                <a:lnTo>
                  <a:pt x="989560" y="6289831"/>
                </a:lnTo>
                <a:lnTo>
                  <a:pt x="992880" y="6286440"/>
                </a:lnTo>
                <a:lnTo>
                  <a:pt x="996602" y="6283675"/>
                </a:lnTo>
                <a:lnTo>
                  <a:pt x="1000662" y="6281532"/>
                </a:lnTo>
                <a:lnTo>
                  <a:pt x="1004998" y="6280006"/>
                </a:lnTo>
                <a:lnTo>
                  <a:pt x="1009546" y="6279093"/>
                </a:lnTo>
                <a:lnTo>
                  <a:pt x="1014246" y="6278790"/>
                </a:lnTo>
                <a:close/>
                <a:moveTo>
                  <a:pt x="1356301" y="6278789"/>
                </a:moveTo>
                <a:lnTo>
                  <a:pt x="1360934" y="6279086"/>
                </a:lnTo>
                <a:lnTo>
                  <a:pt x="1365442" y="6279980"/>
                </a:lnTo>
                <a:lnTo>
                  <a:pt x="1369758" y="6281481"/>
                </a:lnTo>
                <a:lnTo>
                  <a:pt x="1373815" y="6283597"/>
                </a:lnTo>
                <a:lnTo>
                  <a:pt x="1377548" y="6286336"/>
                </a:lnTo>
                <a:lnTo>
                  <a:pt x="1380889" y="6289706"/>
                </a:lnTo>
                <a:lnTo>
                  <a:pt x="1383771" y="6293715"/>
                </a:lnTo>
                <a:lnTo>
                  <a:pt x="1386130" y="6298373"/>
                </a:lnTo>
                <a:lnTo>
                  <a:pt x="1387896" y="6303686"/>
                </a:lnTo>
                <a:lnTo>
                  <a:pt x="1389005" y="6309663"/>
                </a:lnTo>
                <a:cubicBezTo>
                  <a:pt x="1389133" y="6311880"/>
                  <a:pt x="1389262" y="6314096"/>
                  <a:pt x="1389390" y="6316313"/>
                </a:cubicBezTo>
                <a:cubicBezTo>
                  <a:pt x="1389262" y="6318532"/>
                  <a:pt x="1389133" y="6320751"/>
                  <a:pt x="1389005" y="6322970"/>
                </a:cubicBezTo>
                <a:lnTo>
                  <a:pt x="1387896" y="6328967"/>
                </a:lnTo>
                <a:lnTo>
                  <a:pt x="1386130" y="6334309"/>
                </a:lnTo>
                <a:lnTo>
                  <a:pt x="1383771" y="6339003"/>
                </a:lnTo>
                <a:lnTo>
                  <a:pt x="1380889" y="6343052"/>
                </a:lnTo>
                <a:lnTo>
                  <a:pt x="1377548" y="6346464"/>
                </a:lnTo>
                <a:lnTo>
                  <a:pt x="1373815" y="6349243"/>
                </a:lnTo>
                <a:lnTo>
                  <a:pt x="1369758" y="6351394"/>
                </a:lnTo>
                <a:lnTo>
                  <a:pt x="1365442" y="6352925"/>
                </a:lnTo>
                <a:lnTo>
                  <a:pt x="1360934" y="6353839"/>
                </a:lnTo>
                <a:lnTo>
                  <a:pt x="1356301" y="6354142"/>
                </a:lnTo>
                <a:lnTo>
                  <a:pt x="1351735" y="6353832"/>
                </a:lnTo>
                <a:lnTo>
                  <a:pt x="1347269" y="6352900"/>
                </a:lnTo>
                <a:lnTo>
                  <a:pt x="1342973" y="6351345"/>
                </a:lnTo>
                <a:lnTo>
                  <a:pt x="1338918" y="6349165"/>
                </a:lnTo>
                <a:lnTo>
                  <a:pt x="1335175" y="6346360"/>
                </a:lnTo>
                <a:lnTo>
                  <a:pt x="1331814" y="6342928"/>
                </a:lnTo>
                <a:lnTo>
                  <a:pt x="1328906" y="6338868"/>
                </a:lnTo>
                <a:lnTo>
                  <a:pt x="1326521" y="6334177"/>
                </a:lnTo>
                <a:lnTo>
                  <a:pt x="1324731" y="6328855"/>
                </a:lnTo>
                <a:lnTo>
                  <a:pt x="1323604" y="6322901"/>
                </a:lnTo>
                <a:cubicBezTo>
                  <a:pt x="1323474" y="6320705"/>
                  <a:pt x="1323343" y="6318509"/>
                  <a:pt x="1323213" y="6316313"/>
                </a:cubicBezTo>
                <a:cubicBezTo>
                  <a:pt x="1323343" y="6314096"/>
                  <a:pt x="1323474" y="6311880"/>
                  <a:pt x="1323604" y="6309663"/>
                </a:cubicBezTo>
                <a:lnTo>
                  <a:pt x="1324731" y="6303686"/>
                </a:lnTo>
                <a:lnTo>
                  <a:pt x="1326521" y="6298373"/>
                </a:lnTo>
                <a:lnTo>
                  <a:pt x="1328906" y="6293715"/>
                </a:lnTo>
                <a:lnTo>
                  <a:pt x="1331814" y="6289706"/>
                </a:lnTo>
                <a:lnTo>
                  <a:pt x="1335175" y="6286336"/>
                </a:lnTo>
                <a:lnTo>
                  <a:pt x="1338918" y="6283597"/>
                </a:lnTo>
                <a:lnTo>
                  <a:pt x="1342973" y="6281481"/>
                </a:lnTo>
                <a:lnTo>
                  <a:pt x="1347269" y="6279980"/>
                </a:lnTo>
                <a:lnTo>
                  <a:pt x="1351735" y="6279086"/>
                </a:lnTo>
                <a:lnTo>
                  <a:pt x="1356301" y="6278789"/>
                </a:lnTo>
                <a:close/>
                <a:moveTo>
                  <a:pt x="1112787" y="6240657"/>
                </a:moveTo>
                <a:lnTo>
                  <a:pt x="1111239" y="6240980"/>
                </a:lnTo>
                <a:lnTo>
                  <a:pt x="1109975" y="6241860"/>
                </a:lnTo>
                <a:lnTo>
                  <a:pt x="1109122" y="6243166"/>
                </a:lnTo>
                <a:lnTo>
                  <a:pt x="1108810" y="6244764"/>
                </a:lnTo>
                <a:lnTo>
                  <a:pt x="1108810" y="6388168"/>
                </a:lnTo>
                <a:lnTo>
                  <a:pt x="1109122" y="6389767"/>
                </a:lnTo>
                <a:lnTo>
                  <a:pt x="1109975" y="6391072"/>
                </a:lnTo>
                <a:lnTo>
                  <a:pt x="1111239" y="6391952"/>
                </a:lnTo>
                <a:lnTo>
                  <a:pt x="1112787" y="6392275"/>
                </a:lnTo>
                <a:lnTo>
                  <a:pt x="1149737" y="6392275"/>
                </a:lnTo>
                <a:lnTo>
                  <a:pt x="1151285" y="6391952"/>
                </a:lnTo>
                <a:lnTo>
                  <a:pt x="1152550" y="6391072"/>
                </a:lnTo>
                <a:lnTo>
                  <a:pt x="1153403" y="6389767"/>
                </a:lnTo>
                <a:lnTo>
                  <a:pt x="1153715" y="6388168"/>
                </a:lnTo>
                <a:lnTo>
                  <a:pt x="1153715" y="6244764"/>
                </a:lnTo>
                <a:lnTo>
                  <a:pt x="1153403" y="6243166"/>
                </a:lnTo>
                <a:lnTo>
                  <a:pt x="1152550" y="6241860"/>
                </a:lnTo>
                <a:lnTo>
                  <a:pt x="1151285" y="6240980"/>
                </a:lnTo>
                <a:lnTo>
                  <a:pt x="1149737" y="6240657"/>
                </a:lnTo>
                <a:lnTo>
                  <a:pt x="1112787" y="6240657"/>
                </a:lnTo>
                <a:close/>
                <a:moveTo>
                  <a:pt x="1261092" y="6239132"/>
                </a:moveTo>
                <a:lnTo>
                  <a:pt x="1256377" y="6239375"/>
                </a:lnTo>
                <a:lnTo>
                  <a:pt x="1251232" y="6240162"/>
                </a:lnTo>
                <a:lnTo>
                  <a:pt x="1245866" y="6241577"/>
                </a:lnTo>
                <a:lnTo>
                  <a:pt x="1240486" y="6243708"/>
                </a:lnTo>
                <a:lnTo>
                  <a:pt x="1235300" y="6246639"/>
                </a:lnTo>
                <a:lnTo>
                  <a:pt x="1230515" y="6250458"/>
                </a:lnTo>
                <a:lnTo>
                  <a:pt x="1226340" y="6255248"/>
                </a:lnTo>
                <a:lnTo>
                  <a:pt x="1222981" y="6261097"/>
                </a:lnTo>
                <a:lnTo>
                  <a:pt x="1222981" y="6244763"/>
                </a:lnTo>
                <a:lnTo>
                  <a:pt x="1222669" y="6243165"/>
                </a:lnTo>
                <a:lnTo>
                  <a:pt x="1221816" y="6241860"/>
                </a:lnTo>
                <a:lnTo>
                  <a:pt x="1220552" y="6240979"/>
                </a:lnTo>
                <a:lnTo>
                  <a:pt x="1219003" y="6240657"/>
                </a:lnTo>
                <a:lnTo>
                  <a:pt x="1183531" y="6240657"/>
                </a:lnTo>
                <a:lnTo>
                  <a:pt x="1181983" y="6240979"/>
                </a:lnTo>
                <a:lnTo>
                  <a:pt x="1180719" y="6241860"/>
                </a:lnTo>
                <a:lnTo>
                  <a:pt x="1179866" y="6243165"/>
                </a:lnTo>
                <a:lnTo>
                  <a:pt x="1179554" y="6244763"/>
                </a:lnTo>
                <a:lnTo>
                  <a:pt x="1179554" y="6388167"/>
                </a:lnTo>
                <a:lnTo>
                  <a:pt x="1179866" y="6389767"/>
                </a:lnTo>
                <a:lnTo>
                  <a:pt x="1180719" y="6391073"/>
                </a:lnTo>
                <a:lnTo>
                  <a:pt x="1181983" y="6391953"/>
                </a:lnTo>
                <a:lnTo>
                  <a:pt x="1183531" y="6392276"/>
                </a:lnTo>
                <a:lnTo>
                  <a:pt x="1220480" y="6392276"/>
                </a:lnTo>
                <a:lnTo>
                  <a:pt x="1222029" y="6391953"/>
                </a:lnTo>
                <a:lnTo>
                  <a:pt x="1223293" y="6391073"/>
                </a:lnTo>
                <a:lnTo>
                  <a:pt x="1224145" y="6389767"/>
                </a:lnTo>
                <a:cubicBezTo>
                  <a:pt x="1224249" y="6389234"/>
                  <a:pt x="1224354" y="6388700"/>
                  <a:pt x="1224458" y="6388167"/>
                </a:cubicBezTo>
                <a:lnTo>
                  <a:pt x="1224458" y="6326074"/>
                </a:lnTo>
                <a:cubicBezTo>
                  <a:pt x="1224589" y="6323485"/>
                  <a:pt x="1224719" y="6320895"/>
                  <a:pt x="1224850" y="6318306"/>
                </a:cubicBezTo>
                <a:lnTo>
                  <a:pt x="1225983" y="6311451"/>
                </a:lnTo>
                <a:lnTo>
                  <a:pt x="1227790" y="6305471"/>
                </a:lnTo>
                <a:lnTo>
                  <a:pt x="1230208" y="6300332"/>
                </a:lnTo>
                <a:lnTo>
                  <a:pt x="1233170" y="6295995"/>
                </a:lnTo>
                <a:lnTo>
                  <a:pt x="1236612" y="6292426"/>
                </a:lnTo>
                <a:lnTo>
                  <a:pt x="1240468" y="6289587"/>
                </a:lnTo>
                <a:lnTo>
                  <a:pt x="1244673" y="6287442"/>
                </a:lnTo>
                <a:lnTo>
                  <a:pt x="1249162" y="6285955"/>
                </a:lnTo>
                <a:lnTo>
                  <a:pt x="1253869" y="6285090"/>
                </a:lnTo>
                <a:lnTo>
                  <a:pt x="1258729" y="6284809"/>
                </a:lnTo>
                <a:lnTo>
                  <a:pt x="1260952" y="6284837"/>
                </a:lnTo>
                <a:lnTo>
                  <a:pt x="1263083" y="6284927"/>
                </a:lnTo>
                <a:lnTo>
                  <a:pt x="1265174" y="6285090"/>
                </a:lnTo>
                <a:lnTo>
                  <a:pt x="1267247" y="6285334"/>
                </a:lnTo>
                <a:lnTo>
                  <a:pt x="1268824" y="6285238"/>
                </a:lnTo>
                <a:lnTo>
                  <a:pt x="1269700" y="6284809"/>
                </a:lnTo>
                <a:lnTo>
                  <a:pt x="1270201" y="6284564"/>
                </a:lnTo>
                <a:lnTo>
                  <a:pt x="1271230" y="6283414"/>
                </a:lnTo>
                <a:lnTo>
                  <a:pt x="1271768" y="6281888"/>
                </a:lnTo>
                <a:lnTo>
                  <a:pt x="1274797" y="6261097"/>
                </a:lnTo>
                <a:lnTo>
                  <a:pt x="1277103" y="6245263"/>
                </a:lnTo>
                <a:cubicBezTo>
                  <a:pt x="1277082" y="6244739"/>
                  <a:pt x="1277061" y="6244216"/>
                  <a:pt x="1277040" y="6243692"/>
                </a:cubicBezTo>
                <a:lnTo>
                  <a:pt x="1270665" y="6240006"/>
                </a:lnTo>
                <a:lnTo>
                  <a:pt x="1263927" y="6239237"/>
                </a:lnTo>
                <a:lnTo>
                  <a:pt x="1261092" y="6239132"/>
                </a:lnTo>
                <a:close/>
                <a:moveTo>
                  <a:pt x="1023405" y="6236996"/>
                </a:moveTo>
                <a:lnTo>
                  <a:pt x="1016606" y="6237334"/>
                </a:lnTo>
                <a:lnTo>
                  <a:pt x="1010217" y="6238297"/>
                </a:lnTo>
                <a:lnTo>
                  <a:pt x="1004279" y="6239809"/>
                </a:lnTo>
                <a:lnTo>
                  <a:pt x="998829" y="6241797"/>
                </a:lnTo>
                <a:lnTo>
                  <a:pt x="993906" y="6244183"/>
                </a:lnTo>
                <a:lnTo>
                  <a:pt x="989551" y="6246894"/>
                </a:lnTo>
                <a:lnTo>
                  <a:pt x="985800" y="6249853"/>
                </a:lnTo>
                <a:lnTo>
                  <a:pt x="980272" y="6256215"/>
                </a:lnTo>
                <a:lnTo>
                  <a:pt x="980272" y="6244763"/>
                </a:lnTo>
                <a:cubicBezTo>
                  <a:pt x="980168" y="6244230"/>
                  <a:pt x="980063" y="6243698"/>
                  <a:pt x="979959" y="6243165"/>
                </a:cubicBezTo>
                <a:lnTo>
                  <a:pt x="979107" y="6241860"/>
                </a:lnTo>
                <a:lnTo>
                  <a:pt x="977842" y="6240979"/>
                </a:lnTo>
                <a:lnTo>
                  <a:pt x="976293" y="6240657"/>
                </a:lnTo>
                <a:lnTo>
                  <a:pt x="940822" y="6240657"/>
                </a:lnTo>
                <a:lnTo>
                  <a:pt x="939273" y="6240979"/>
                </a:lnTo>
                <a:lnTo>
                  <a:pt x="938008" y="6241860"/>
                </a:lnTo>
                <a:lnTo>
                  <a:pt x="937156" y="6243165"/>
                </a:lnTo>
                <a:cubicBezTo>
                  <a:pt x="937052" y="6243698"/>
                  <a:pt x="936947" y="6244230"/>
                  <a:pt x="936843" y="6244763"/>
                </a:cubicBezTo>
                <a:lnTo>
                  <a:pt x="936843" y="6446130"/>
                </a:lnTo>
                <a:cubicBezTo>
                  <a:pt x="936947" y="6446663"/>
                  <a:pt x="937052" y="6447196"/>
                  <a:pt x="937156" y="6447729"/>
                </a:cubicBezTo>
                <a:lnTo>
                  <a:pt x="938008" y="6449034"/>
                </a:lnTo>
                <a:lnTo>
                  <a:pt x="939273" y="6449914"/>
                </a:lnTo>
                <a:lnTo>
                  <a:pt x="940822" y="6450237"/>
                </a:lnTo>
                <a:lnTo>
                  <a:pt x="977771" y="6450237"/>
                </a:lnTo>
                <a:lnTo>
                  <a:pt x="979319" y="6449914"/>
                </a:lnTo>
                <a:lnTo>
                  <a:pt x="980583" y="6449034"/>
                </a:lnTo>
                <a:lnTo>
                  <a:pt x="981436" y="6447729"/>
                </a:lnTo>
                <a:lnTo>
                  <a:pt x="981748" y="6446130"/>
                </a:lnTo>
                <a:lnTo>
                  <a:pt x="981748" y="6380378"/>
                </a:lnTo>
                <a:lnTo>
                  <a:pt x="984638" y="6383485"/>
                </a:lnTo>
                <a:lnTo>
                  <a:pt x="988188" y="6386364"/>
                </a:lnTo>
                <a:lnTo>
                  <a:pt x="992369" y="6388958"/>
                </a:lnTo>
                <a:lnTo>
                  <a:pt x="997148" y="6391208"/>
                </a:lnTo>
                <a:lnTo>
                  <a:pt x="1002495" y="6393057"/>
                </a:lnTo>
                <a:lnTo>
                  <a:pt x="1008379" y="6394450"/>
                </a:lnTo>
                <a:lnTo>
                  <a:pt x="1014768" y="6395327"/>
                </a:lnTo>
                <a:lnTo>
                  <a:pt x="1021631" y="6395632"/>
                </a:lnTo>
                <a:lnTo>
                  <a:pt x="1027154" y="6395428"/>
                </a:lnTo>
                <a:lnTo>
                  <a:pt x="1032518" y="6394823"/>
                </a:lnTo>
                <a:lnTo>
                  <a:pt x="1037712" y="6393828"/>
                </a:lnTo>
                <a:lnTo>
                  <a:pt x="1042728" y="6392455"/>
                </a:lnTo>
                <a:lnTo>
                  <a:pt x="1047556" y="6390715"/>
                </a:lnTo>
                <a:lnTo>
                  <a:pt x="1052186" y="6388620"/>
                </a:lnTo>
                <a:lnTo>
                  <a:pt x="1056609" y="6386181"/>
                </a:lnTo>
                <a:lnTo>
                  <a:pt x="1060815" y="6383409"/>
                </a:lnTo>
                <a:lnTo>
                  <a:pt x="1064716" y="6380378"/>
                </a:lnTo>
                <a:lnTo>
                  <a:pt x="1068540" y="6376912"/>
                </a:lnTo>
                <a:lnTo>
                  <a:pt x="1072040" y="6373209"/>
                </a:lnTo>
                <a:lnTo>
                  <a:pt x="1075285" y="6369219"/>
                </a:lnTo>
                <a:lnTo>
                  <a:pt x="1078266" y="6364953"/>
                </a:lnTo>
                <a:lnTo>
                  <a:pt x="1080974" y="6360423"/>
                </a:lnTo>
                <a:lnTo>
                  <a:pt x="1083399" y="6355639"/>
                </a:lnTo>
                <a:lnTo>
                  <a:pt x="1084033" y="6354143"/>
                </a:lnTo>
                <a:lnTo>
                  <a:pt x="1087361" y="6345356"/>
                </a:lnTo>
                <a:lnTo>
                  <a:pt x="1088880" y="6339880"/>
                </a:lnTo>
                <a:lnTo>
                  <a:pt x="1090080" y="6334177"/>
                </a:lnTo>
                <a:lnTo>
                  <a:pt x="1090944" y="6328315"/>
                </a:lnTo>
                <a:lnTo>
                  <a:pt x="1091472" y="6322249"/>
                </a:lnTo>
                <a:cubicBezTo>
                  <a:pt x="1091531" y="6320169"/>
                  <a:pt x="1091591" y="6318089"/>
                  <a:pt x="1091650" y="6316009"/>
                </a:cubicBezTo>
                <a:lnTo>
                  <a:pt x="1091491" y="6309886"/>
                </a:lnTo>
                <a:cubicBezTo>
                  <a:pt x="1091334" y="6307898"/>
                  <a:pt x="1091176" y="6305911"/>
                  <a:pt x="1091019" y="6303923"/>
                </a:cubicBezTo>
                <a:lnTo>
                  <a:pt x="1090238" y="6298132"/>
                </a:lnTo>
                <a:lnTo>
                  <a:pt x="1089154" y="6292525"/>
                </a:lnTo>
                <a:lnTo>
                  <a:pt x="1087771" y="6287115"/>
                </a:lnTo>
                <a:lnTo>
                  <a:pt x="1086094" y="6281913"/>
                </a:lnTo>
                <a:lnTo>
                  <a:pt x="1084862" y="6278790"/>
                </a:lnTo>
                <a:lnTo>
                  <a:pt x="1084129" y="6276931"/>
                </a:lnTo>
                <a:lnTo>
                  <a:pt x="1081880" y="6272183"/>
                </a:lnTo>
                <a:lnTo>
                  <a:pt x="1079352" y="6267679"/>
                </a:lnTo>
                <a:lnTo>
                  <a:pt x="1076551" y="6263433"/>
                </a:lnTo>
                <a:lnTo>
                  <a:pt x="1073481" y="6259457"/>
                </a:lnTo>
                <a:lnTo>
                  <a:pt x="1070556" y="6256215"/>
                </a:lnTo>
                <a:lnTo>
                  <a:pt x="1066554" y="6252361"/>
                </a:lnTo>
                <a:lnTo>
                  <a:pt x="1062708" y="6249267"/>
                </a:lnTo>
                <a:lnTo>
                  <a:pt x="1058613" y="6246491"/>
                </a:lnTo>
                <a:lnTo>
                  <a:pt x="1054275" y="6244045"/>
                </a:lnTo>
                <a:lnTo>
                  <a:pt x="1049697" y="6241942"/>
                </a:lnTo>
                <a:lnTo>
                  <a:pt x="1044886" y="6240194"/>
                </a:lnTo>
                <a:lnTo>
                  <a:pt x="1039847" y="6238813"/>
                </a:lnTo>
                <a:lnTo>
                  <a:pt x="1034583" y="6237812"/>
                </a:lnTo>
                <a:lnTo>
                  <a:pt x="1029101" y="6237202"/>
                </a:lnTo>
                <a:lnTo>
                  <a:pt x="1023405" y="6236996"/>
                </a:lnTo>
                <a:close/>
                <a:moveTo>
                  <a:pt x="1524474" y="6236081"/>
                </a:moveTo>
                <a:lnTo>
                  <a:pt x="1518900" y="6236268"/>
                </a:lnTo>
                <a:lnTo>
                  <a:pt x="1513439" y="6236823"/>
                </a:lnTo>
                <a:lnTo>
                  <a:pt x="1508104" y="6237736"/>
                </a:lnTo>
                <a:lnTo>
                  <a:pt x="1502907" y="6238997"/>
                </a:lnTo>
                <a:lnTo>
                  <a:pt x="1497861" y="6240598"/>
                </a:lnTo>
                <a:lnTo>
                  <a:pt x="1492978" y="6242529"/>
                </a:lnTo>
                <a:lnTo>
                  <a:pt x="1488271" y="6244779"/>
                </a:lnTo>
                <a:lnTo>
                  <a:pt x="1483751" y="6247341"/>
                </a:lnTo>
                <a:lnTo>
                  <a:pt x="1479433" y="6250204"/>
                </a:lnTo>
                <a:lnTo>
                  <a:pt x="1475328" y="6253359"/>
                </a:lnTo>
                <a:lnTo>
                  <a:pt x="1471448" y="6256796"/>
                </a:lnTo>
                <a:lnTo>
                  <a:pt x="1467808" y="6260506"/>
                </a:lnTo>
                <a:lnTo>
                  <a:pt x="1464417" y="6264480"/>
                </a:lnTo>
                <a:lnTo>
                  <a:pt x="1461291" y="6268707"/>
                </a:lnTo>
                <a:lnTo>
                  <a:pt x="1458440" y="6273179"/>
                </a:lnTo>
                <a:lnTo>
                  <a:pt x="1455878" y="6277886"/>
                </a:lnTo>
                <a:lnTo>
                  <a:pt x="1453616" y="6282819"/>
                </a:lnTo>
                <a:lnTo>
                  <a:pt x="1451663" y="6287986"/>
                </a:lnTo>
                <a:lnTo>
                  <a:pt x="1450047" y="6293322"/>
                </a:lnTo>
                <a:lnTo>
                  <a:pt x="1448764" y="6298874"/>
                </a:lnTo>
                <a:lnTo>
                  <a:pt x="1447832" y="6304614"/>
                </a:lnTo>
                <a:cubicBezTo>
                  <a:pt x="1447642" y="6306587"/>
                  <a:pt x="1447453" y="6308559"/>
                  <a:pt x="1447263" y="6310532"/>
                </a:cubicBezTo>
                <a:lnTo>
                  <a:pt x="1447071" y="6316619"/>
                </a:lnTo>
                <a:cubicBezTo>
                  <a:pt x="1447131" y="6318552"/>
                  <a:pt x="1447192" y="6320485"/>
                  <a:pt x="1447252" y="6322418"/>
                </a:cubicBezTo>
                <a:cubicBezTo>
                  <a:pt x="1447431" y="6324301"/>
                  <a:pt x="1447609" y="6326183"/>
                  <a:pt x="1447788" y="6328066"/>
                </a:cubicBezTo>
                <a:lnTo>
                  <a:pt x="1448667" y="6333554"/>
                </a:lnTo>
                <a:lnTo>
                  <a:pt x="1449877" y="6338874"/>
                </a:lnTo>
                <a:lnTo>
                  <a:pt x="1451408" y="6344017"/>
                </a:lnTo>
                <a:lnTo>
                  <a:pt x="1453247" y="6348975"/>
                </a:lnTo>
                <a:lnTo>
                  <a:pt x="1455383" y="6353738"/>
                </a:lnTo>
                <a:lnTo>
                  <a:pt x="1457805" y="6358299"/>
                </a:lnTo>
                <a:lnTo>
                  <a:pt x="1460500" y="6362650"/>
                </a:lnTo>
                <a:lnTo>
                  <a:pt x="1463458" y="6366781"/>
                </a:lnTo>
                <a:lnTo>
                  <a:pt x="1466666" y="6370685"/>
                </a:lnTo>
                <a:lnTo>
                  <a:pt x="1470114" y="6374352"/>
                </a:lnTo>
                <a:lnTo>
                  <a:pt x="1473789" y="6377775"/>
                </a:lnTo>
                <a:lnTo>
                  <a:pt x="1477681" y="6380944"/>
                </a:lnTo>
                <a:lnTo>
                  <a:pt x="1481778" y="6383852"/>
                </a:lnTo>
                <a:lnTo>
                  <a:pt x="1486067" y="6386489"/>
                </a:lnTo>
                <a:lnTo>
                  <a:pt x="1490538" y="6388849"/>
                </a:lnTo>
                <a:lnTo>
                  <a:pt x="1495179" y="6390921"/>
                </a:lnTo>
                <a:lnTo>
                  <a:pt x="1499979" y="6392697"/>
                </a:lnTo>
                <a:lnTo>
                  <a:pt x="1504925" y="6394170"/>
                </a:lnTo>
                <a:lnTo>
                  <a:pt x="1510007" y="6395330"/>
                </a:lnTo>
                <a:lnTo>
                  <a:pt x="1515213" y="6396169"/>
                </a:lnTo>
                <a:lnTo>
                  <a:pt x="1520531" y="6396678"/>
                </a:lnTo>
                <a:lnTo>
                  <a:pt x="1525950" y="6396850"/>
                </a:lnTo>
                <a:lnTo>
                  <a:pt x="1532781" y="6396579"/>
                </a:lnTo>
                <a:lnTo>
                  <a:pt x="1539291" y="6395786"/>
                </a:lnTo>
                <a:lnTo>
                  <a:pt x="1545476" y="6394505"/>
                </a:lnTo>
                <a:lnTo>
                  <a:pt x="1551333" y="6392768"/>
                </a:lnTo>
                <a:lnTo>
                  <a:pt x="1556859" y="6390607"/>
                </a:lnTo>
                <a:lnTo>
                  <a:pt x="1562051" y="6388054"/>
                </a:lnTo>
                <a:lnTo>
                  <a:pt x="1566905" y="6385143"/>
                </a:lnTo>
                <a:lnTo>
                  <a:pt x="1571417" y="6381905"/>
                </a:lnTo>
                <a:lnTo>
                  <a:pt x="1575585" y="6378373"/>
                </a:lnTo>
                <a:lnTo>
                  <a:pt x="1579405" y="6374579"/>
                </a:lnTo>
                <a:lnTo>
                  <a:pt x="1582873" y="6370556"/>
                </a:lnTo>
                <a:lnTo>
                  <a:pt x="1585988" y="6366337"/>
                </a:lnTo>
                <a:lnTo>
                  <a:pt x="1588744" y="6361953"/>
                </a:lnTo>
                <a:lnTo>
                  <a:pt x="1591139" y="6357438"/>
                </a:lnTo>
                <a:lnTo>
                  <a:pt x="1592589" y="6354142"/>
                </a:lnTo>
                <a:lnTo>
                  <a:pt x="1593169" y="6352822"/>
                </a:lnTo>
                <a:lnTo>
                  <a:pt x="1594832" y="6348140"/>
                </a:lnTo>
                <a:cubicBezTo>
                  <a:pt x="1594894" y="6347588"/>
                  <a:pt x="1594955" y="6347037"/>
                  <a:pt x="1595017" y="6346485"/>
                </a:cubicBezTo>
                <a:lnTo>
                  <a:pt x="1594588" y="6344942"/>
                </a:lnTo>
                <a:lnTo>
                  <a:pt x="1593627" y="6343685"/>
                </a:lnTo>
                <a:lnTo>
                  <a:pt x="1592215" y="6342887"/>
                </a:lnTo>
                <a:lnTo>
                  <a:pt x="1559980" y="6332703"/>
                </a:lnTo>
                <a:lnTo>
                  <a:pt x="1558513" y="6332537"/>
                </a:lnTo>
                <a:lnTo>
                  <a:pt x="1557135" y="6332922"/>
                </a:lnTo>
                <a:lnTo>
                  <a:pt x="1555975" y="6333788"/>
                </a:lnTo>
                <a:lnTo>
                  <a:pt x="1555158" y="6335066"/>
                </a:lnTo>
                <a:lnTo>
                  <a:pt x="1553059" y="6339274"/>
                </a:lnTo>
                <a:lnTo>
                  <a:pt x="1550294" y="6343224"/>
                </a:lnTo>
                <a:lnTo>
                  <a:pt x="1546848" y="6346776"/>
                </a:lnTo>
                <a:lnTo>
                  <a:pt x="1542705" y="6349785"/>
                </a:lnTo>
                <a:lnTo>
                  <a:pt x="1537851" y="6352111"/>
                </a:lnTo>
                <a:lnTo>
                  <a:pt x="1532271" y="6353611"/>
                </a:lnTo>
                <a:lnTo>
                  <a:pt x="1525950" y="6354142"/>
                </a:lnTo>
                <a:lnTo>
                  <a:pt x="1520957" y="6353811"/>
                </a:lnTo>
                <a:lnTo>
                  <a:pt x="1516168" y="6352827"/>
                </a:lnTo>
                <a:lnTo>
                  <a:pt x="1511640" y="6351203"/>
                </a:lnTo>
                <a:lnTo>
                  <a:pt x="1507429" y="6348949"/>
                </a:lnTo>
                <a:lnTo>
                  <a:pt x="1503595" y="6346080"/>
                </a:lnTo>
                <a:lnTo>
                  <a:pt x="1500193" y="6342607"/>
                </a:lnTo>
                <a:lnTo>
                  <a:pt x="1497281" y="6338542"/>
                </a:lnTo>
                <a:lnTo>
                  <a:pt x="1494917" y="6333899"/>
                </a:lnTo>
                <a:lnTo>
                  <a:pt x="1493157" y="6328689"/>
                </a:lnTo>
                <a:lnTo>
                  <a:pt x="1492059" y="6322925"/>
                </a:lnTo>
                <a:cubicBezTo>
                  <a:pt x="1491933" y="6320823"/>
                  <a:pt x="1491806" y="6318721"/>
                  <a:pt x="1491680" y="6316619"/>
                </a:cubicBezTo>
                <a:cubicBezTo>
                  <a:pt x="1491802" y="6314491"/>
                  <a:pt x="1491923" y="6312364"/>
                  <a:pt x="1492045" y="6310236"/>
                </a:cubicBezTo>
                <a:lnTo>
                  <a:pt x="1493105" y="6304410"/>
                </a:lnTo>
                <a:lnTo>
                  <a:pt x="1494809" y="6299150"/>
                </a:lnTo>
                <a:lnTo>
                  <a:pt x="1497103" y="6294468"/>
                </a:lnTo>
                <a:lnTo>
                  <a:pt x="1499937" y="6290374"/>
                </a:lnTo>
                <a:lnTo>
                  <a:pt x="1503259" y="6286880"/>
                </a:lnTo>
                <a:lnTo>
                  <a:pt x="1507016" y="6283997"/>
                </a:lnTo>
                <a:lnTo>
                  <a:pt x="1511157" y="6281735"/>
                </a:lnTo>
                <a:lnTo>
                  <a:pt x="1515629" y="6280106"/>
                </a:lnTo>
                <a:lnTo>
                  <a:pt x="1520381" y="6279120"/>
                </a:lnTo>
                <a:lnTo>
                  <a:pt x="1525361" y="6278789"/>
                </a:lnTo>
                <a:lnTo>
                  <a:pt x="1531642" y="6279308"/>
                </a:lnTo>
                <a:lnTo>
                  <a:pt x="1537118" y="6280776"/>
                </a:lnTo>
                <a:lnTo>
                  <a:pt x="1541824" y="6283064"/>
                </a:lnTo>
                <a:lnTo>
                  <a:pt x="1545800" y="6286041"/>
                </a:lnTo>
                <a:lnTo>
                  <a:pt x="1549081" y="6289575"/>
                </a:lnTo>
                <a:lnTo>
                  <a:pt x="1551705" y="6293537"/>
                </a:lnTo>
                <a:lnTo>
                  <a:pt x="1553709" y="6297795"/>
                </a:lnTo>
                <a:lnTo>
                  <a:pt x="1554514" y="6299099"/>
                </a:lnTo>
                <a:lnTo>
                  <a:pt x="1555675" y="6299988"/>
                </a:lnTo>
                <a:lnTo>
                  <a:pt x="1557062" y="6300390"/>
                </a:lnTo>
                <a:lnTo>
                  <a:pt x="1558545" y="6300231"/>
                </a:lnTo>
                <a:lnTo>
                  <a:pt x="1591335" y="6290024"/>
                </a:lnTo>
                <a:lnTo>
                  <a:pt x="1592748" y="6289235"/>
                </a:lnTo>
                <a:lnTo>
                  <a:pt x="1593713" y="6287986"/>
                </a:lnTo>
                <a:lnTo>
                  <a:pt x="1594150" y="6286448"/>
                </a:lnTo>
                <a:cubicBezTo>
                  <a:pt x="1594092" y="6285897"/>
                  <a:pt x="1594035" y="6285345"/>
                  <a:pt x="1593977" y="6284794"/>
                </a:cubicBezTo>
                <a:lnTo>
                  <a:pt x="1592440" y="6280308"/>
                </a:lnTo>
                <a:lnTo>
                  <a:pt x="1591800" y="6278789"/>
                </a:lnTo>
                <a:lnTo>
                  <a:pt x="1590582" y="6275899"/>
                </a:lnTo>
                <a:lnTo>
                  <a:pt x="1588404" y="6271591"/>
                </a:lnTo>
                <a:lnTo>
                  <a:pt x="1585906" y="6267410"/>
                </a:lnTo>
                <a:lnTo>
                  <a:pt x="1583089" y="6263381"/>
                </a:lnTo>
                <a:lnTo>
                  <a:pt x="1579952" y="6259529"/>
                </a:lnTo>
                <a:lnTo>
                  <a:pt x="1576497" y="6255880"/>
                </a:lnTo>
                <a:lnTo>
                  <a:pt x="1572723" y="6252459"/>
                </a:lnTo>
                <a:lnTo>
                  <a:pt x="1568631" y="6249291"/>
                </a:lnTo>
                <a:lnTo>
                  <a:pt x="1564221" y="6246401"/>
                </a:lnTo>
                <a:lnTo>
                  <a:pt x="1559493" y="6243814"/>
                </a:lnTo>
                <a:lnTo>
                  <a:pt x="1554448" y="6241556"/>
                </a:lnTo>
                <a:lnTo>
                  <a:pt x="1549086" y="6239653"/>
                </a:lnTo>
                <a:lnTo>
                  <a:pt x="1543407" y="6238128"/>
                </a:lnTo>
                <a:lnTo>
                  <a:pt x="1537412" y="6237008"/>
                </a:lnTo>
                <a:lnTo>
                  <a:pt x="1531101" y="6236317"/>
                </a:lnTo>
                <a:lnTo>
                  <a:pt x="1524474" y="6236081"/>
                </a:lnTo>
                <a:close/>
                <a:moveTo>
                  <a:pt x="1356301" y="6236081"/>
                </a:moveTo>
                <a:lnTo>
                  <a:pt x="1350654" y="6236268"/>
                </a:lnTo>
                <a:lnTo>
                  <a:pt x="1345126" y="6236823"/>
                </a:lnTo>
                <a:lnTo>
                  <a:pt x="1339730" y="6237735"/>
                </a:lnTo>
                <a:lnTo>
                  <a:pt x="1334477" y="6238996"/>
                </a:lnTo>
                <a:lnTo>
                  <a:pt x="1329381" y="6240595"/>
                </a:lnTo>
                <a:lnTo>
                  <a:pt x="1324454" y="6242523"/>
                </a:lnTo>
                <a:lnTo>
                  <a:pt x="1319706" y="6244771"/>
                </a:lnTo>
                <a:lnTo>
                  <a:pt x="1315152" y="6247328"/>
                </a:lnTo>
                <a:lnTo>
                  <a:pt x="1310803" y="6250186"/>
                </a:lnTo>
                <a:lnTo>
                  <a:pt x="1306672" y="6253334"/>
                </a:lnTo>
                <a:lnTo>
                  <a:pt x="1302769" y="6256763"/>
                </a:lnTo>
                <a:lnTo>
                  <a:pt x="1299109" y="6260463"/>
                </a:lnTo>
                <a:lnTo>
                  <a:pt x="1295703" y="6264425"/>
                </a:lnTo>
                <a:lnTo>
                  <a:pt x="1292563" y="6268638"/>
                </a:lnTo>
                <a:lnTo>
                  <a:pt x="1289702" y="6273094"/>
                </a:lnTo>
                <a:lnTo>
                  <a:pt x="1287131" y="6277783"/>
                </a:lnTo>
                <a:lnTo>
                  <a:pt x="1284864" y="6282695"/>
                </a:lnTo>
                <a:lnTo>
                  <a:pt x="1282912" y="6287821"/>
                </a:lnTo>
                <a:lnTo>
                  <a:pt x="1281287" y="6293150"/>
                </a:lnTo>
                <a:lnTo>
                  <a:pt x="1280002" y="6298673"/>
                </a:lnTo>
                <a:lnTo>
                  <a:pt x="1279069" y="6304381"/>
                </a:lnTo>
                <a:cubicBezTo>
                  <a:pt x="1278879" y="6306342"/>
                  <a:pt x="1278690" y="6308303"/>
                  <a:pt x="1278500" y="6310264"/>
                </a:cubicBezTo>
                <a:lnTo>
                  <a:pt x="1278308" y="6316313"/>
                </a:lnTo>
                <a:lnTo>
                  <a:pt x="1278485" y="6322114"/>
                </a:lnTo>
                <a:cubicBezTo>
                  <a:pt x="1278659" y="6323998"/>
                  <a:pt x="1278834" y="6325883"/>
                  <a:pt x="1279008" y="6327767"/>
                </a:cubicBezTo>
                <a:lnTo>
                  <a:pt x="1279866" y="6333262"/>
                </a:lnTo>
                <a:lnTo>
                  <a:pt x="1281049" y="6338592"/>
                </a:lnTo>
                <a:lnTo>
                  <a:pt x="1282546" y="6343746"/>
                </a:lnTo>
                <a:lnTo>
                  <a:pt x="1284346" y="6348717"/>
                </a:lnTo>
                <a:lnTo>
                  <a:pt x="1286438" y="6353496"/>
                </a:lnTo>
                <a:lnTo>
                  <a:pt x="1288812" y="6358074"/>
                </a:lnTo>
                <a:lnTo>
                  <a:pt x="1291457" y="6362441"/>
                </a:lnTo>
                <a:lnTo>
                  <a:pt x="1294362" y="6366591"/>
                </a:lnTo>
                <a:lnTo>
                  <a:pt x="1297516" y="6370513"/>
                </a:lnTo>
                <a:lnTo>
                  <a:pt x="1300908" y="6374200"/>
                </a:lnTo>
                <a:lnTo>
                  <a:pt x="1304528" y="6377641"/>
                </a:lnTo>
                <a:lnTo>
                  <a:pt x="1308366" y="6380829"/>
                </a:lnTo>
                <a:lnTo>
                  <a:pt x="1312409" y="6383755"/>
                </a:lnTo>
                <a:lnTo>
                  <a:pt x="1316648" y="6386411"/>
                </a:lnTo>
                <a:lnTo>
                  <a:pt x="1321072" y="6388786"/>
                </a:lnTo>
                <a:lnTo>
                  <a:pt x="1325669" y="6390873"/>
                </a:lnTo>
                <a:lnTo>
                  <a:pt x="1330430" y="6392663"/>
                </a:lnTo>
                <a:lnTo>
                  <a:pt x="1335342" y="6394147"/>
                </a:lnTo>
                <a:lnTo>
                  <a:pt x="1340397" y="6395317"/>
                </a:lnTo>
                <a:lnTo>
                  <a:pt x="1345582" y="6396163"/>
                </a:lnTo>
                <a:lnTo>
                  <a:pt x="1350887" y="6396677"/>
                </a:lnTo>
                <a:lnTo>
                  <a:pt x="1356301" y="6396850"/>
                </a:lnTo>
                <a:lnTo>
                  <a:pt x="1361750" y="6396677"/>
                </a:lnTo>
                <a:lnTo>
                  <a:pt x="1367083" y="6396163"/>
                </a:lnTo>
                <a:lnTo>
                  <a:pt x="1372291" y="6395317"/>
                </a:lnTo>
                <a:lnTo>
                  <a:pt x="1377363" y="6394147"/>
                </a:lnTo>
                <a:lnTo>
                  <a:pt x="1382289" y="6392663"/>
                </a:lnTo>
                <a:lnTo>
                  <a:pt x="1387059" y="6390873"/>
                </a:lnTo>
                <a:lnTo>
                  <a:pt x="1391661" y="6388786"/>
                </a:lnTo>
                <a:lnTo>
                  <a:pt x="1396087" y="6386411"/>
                </a:lnTo>
                <a:lnTo>
                  <a:pt x="1400324" y="6383755"/>
                </a:lnTo>
                <a:lnTo>
                  <a:pt x="1404363" y="6380829"/>
                </a:lnTo>
                <a:lnTo>
                  <a:pt x="1408194" y="6377641"/>
                </a:lnTo>
                <a:lnTo>
                  <a:pt x="1411806" y="6374200"/>
                </a:lnTo>
                <a:lnTo>
                  <a:pt x="1415189" y="6370513"/>
                </a:lnTo>
                <a:lnTo>
                  <a:pt x="1418332" y="6366591"/>
                </a:lnTo>
                <a:lnTo>
                  <a:pt x="1421225" y="6362441"/>
                </a:lnTo>
                <a:lnTo>
                  <a:pt x="1423857" y="6358074"/>
                </a:lnTo>
                <a:lnTo>
                  <a:pt x="1425886" y="6354142"/>
                </a:lnTo>
                <a:lnTo>
                  <a:pt x="1428300" y="6348717"/>
                </a:lnTo>
                <a:lnTo>
                  <a:pt x="1430089" y="6343746"/>
                </a:lnTo>
                <a:lnTo>
                  <a:pt x="1431576" y="6338592"/>
                </a:lnTo>
                <a:lnTo>
                  <a:pt x="1432751" y="6333262"/>
                </a:lnTo>
                <a:lnTo>
                  <a:pt x="1433602" y="6327767"/>
                </a:lnTo>
                <a:lnTo>
                  <a:pt x="1434121" y="6322114"/>
                </a:lnTo>
                <a:cubicBezTo>
                  <a:pt x="1434179" y="6320180"/>
                  <a:pt x="1434238" y="6318247"/>
                  <a:pt x="1434296" y="6316313"/>
                </a:cubicBezTo>
                <a:cubicBezTo>
                  <a:pt x="1434233" y="6314297"/>
                  <a:pt x="1434169" y="6312280"/>
                  <a:pt x="1434106" y="6310264"/>
                </a:cubicBezTo>
                <a:cubicBezTo>
                  <a:pt x="1433918" y="6308303"/>
                  <a:pt x="1433729" y="6306342"/>
                  <a:pt x="1433541" y="6304381"/>
                </a:cubicBezTo>
                <a:lnTo>
                  <a:pt x="1432615" y="6298673"/>
                </a:lnTo>
                <a:lnTo>
                  <a:pt x="1431339" y="6293150"/>
                </a:lnTo>
                <a:lnTo>
                  <a:pt x="1429725" y="6287821"/>
                </a:lnTo>
                <a:lnTo>
                  <a:pt x="1427785" y="6282695"/>
                </a:lnTo>
                <a:lnTo>
                  <a:pt x="1425992" y="6278789"/>
                </a:lnTo>
                <a:lnTo>
                  <a:pt x="1425530" y="6277783"/>
                </a:lnTo>
                <a:lnTo>
                  <a:pt x="1422972" y="6273094"/>
                </a:lnTo>
                <a:lnTo>
                  <a:pt x="1420123" y="6268638"/>
                </a:lnTo>
                <a:lnTo>
                  <a:pt x="1416996" y="6264425"/>
                </a:lnTo>
                <a:lnTo>
                  <a:pt x="1413600" y="6260463"/>
                </a:lnTo>
                <a:lnTo>
                  <a:pt x="1409950" y="6256763"/>
                </a:lnTo>
                <a:lnTo>
                  <a:pt x="1406055" y="6253334"/>
                </a:lnTo>
                <a:lnTo>
                  <a:pt x="1401929" y="6250186"/>
                </a:lnTo>
                <a:lnTo>
                  <a:pt x="1397583" y="6247328"/>
                </a:lnTo>
                <a:lnTo>
                  <a:pt x="1393028" y="6244771"/>
                </a:lnTo>
                <a:lnTo>
                  <a:pt x="1388276" y="6242523"/>
                </a:lnTo>
                <a:lnTo>
                  <a:pt x="1383340" y="6240595"/>
                </a:lnTo>
                <a:lnTo>
                  <a:pt x="1378231" y="6238996"/>
                </a:lnTo>
                <a:lnTo>
                  <a:pt x="1372961" y="6237735"/>
                </a:lnTo>
                <a:lnTo>
                  <a:pt x="1367541" y="6236823"/>
                </a:lnTo>
                <a:lnTo>
                  <a:pt x="1361984" y="6236268"/>
                </a:lnTo>
                <a:lnTo>
                  <a:pt x="1356301" y="6236081"/>
                </a:lnTo>
                <a:close/>
                <a:moveTo>
                  <a:pt x="788397" y="6175982"/>
                </a:moveTo>
                <a:lnTo>
                  <a:pt x="786849" y="6176305"/>
                </a:lnTo>
                <a:lnTo>
                  <a:pt x="785585" y="6177185"/>
                </a:lnTo>
                <a:lnTo>
                  <a:pt x="784733" y="6178491"/>
                </a:lnTo>
                <a:cubicBezTo>
                  <a:pt x="784629" y="6179024"/>
                  <a:pt x="784524" y="6179556"/>
                  <a:pt x="784420" y="6180089"/>
                </a:cubicBezTo>
                <a:lnTo>
                  <a:pt x="784420" y="6388168"/>
                </a:lnTo>
                <a:cubicBezTo>
                  <a:pt x="784524" y="6388701"/>
                  <a:pt x="784629" y="6389234"/>
                  <a:pt x="784733" y="6389767"/>
                </a:cubicBezTo>
                <a:lnTo>
                  <a:pt x="785585" y="6391072"/>
                </a:lnTo>
                <a:lnTo>
                  <a:pt x="786849" y="6391952"/>
                </a:lnTo>
                <a:lnTo>
                  <a:pt x="788397" y="6392275"/>
                </a:lnTo>
                <a:lnTo>
                  <a:pt x="913386" y="6392275"/>
                </a:lnTo>
                <a:lnTo>
                  <a:pt x="914934" y="6391952"/>
                </a:lnTo>
                <a:lnTo>
                  <a:pt x="916198" y="6391072"/>
                </a:lnTo>
                <a:lnTo>
                  <a:pt x="917050" y="6389767"/>
                </a:lnTo>
                <a:cubicBezTo>
                  <a:pt x="917154" y="6389234"/>
                  <a:pt x="917259" y="6388701"/>
                  <a:pt x="917363" y="6388168"/>
                </a:cubicBezTo>
                <a:lnTo>
                  <a:pt x="917363" y="6350622"/>
                </a:lnTo>
                <a:lnTo>
                  <a:pt x="914934" y="6346838"/>
                </a:lnTo>
                <a:lnTo>
                  <a:pt x="835075" y="6346515"/>
                </a:lnTo>
                <a:lnTo>
                  <a:pt x="833527" y="6346192"/>
                </a:lnTo>
                <a:lnTo>
                  <a:pt x="832263" y="6345312"/>
                </a:lnTo>
                <a:lnTo>
                  <a:pt x="831410" y="6344006"/>
                </a:lnTo>
                <a:cubicBezTo>
                  <a:pt x="831306" y="6343473"/>
                  <a:pt x="831201" y="6342941"/>
                  <a:pt x="831097" y="6342408"/>
                </a:cubicBezTo>
                <a:lnTo>
                  <a:pt x="831097" y="6309132"/>
                </a:lnTo>
                <a:cubicBezTo>
                  <a:pt x="831201" y="6308599"/>
                  <a:pt x="831306" y="6308067"/>
                  <a:pt x="831410" y="6307534"/>
                </a:cubicBezTo>
                <a:lnTo>
                  <a:pt x="832263" y="6306228"/>
                </a:lnTo>
                <a:lnTo>
                  <a:pt x="833527" y="6305348"/>
                </a:lnTo>
                <a:lnTo>
                  <a:pt x="835075" y="6305025"/>
                </a:lnTo>
                <a:lnTo>
                  <a:pt x="905112" y="6305025"/>
                </a:lnTo>
                <a:lnTo>
                  <a:pt x="906661" y="6304703"/>
                </a:lnTo>
                <a:lnTo>
                  <a:pt x="907925" y="6303823"/>
                </a:lnTo>
                <a:lnTo>
                  <a:pt x="908778" y="6302517"/>
                </a:lnTo>
                <a:cubicBezTo>
                  <a:pt x="908882" y="6301984"/>
                  <a:pt x="908987" y="6301451"/>
                  <a:pt x="909091" y="6300918"/>
                </a:cubicBezTo>
                <a:lnTo>
                  <a:pt x="909091" y="6266729"/>
                </a:lnTo>
                <a:cubicBezTo>
                  <a:pt x="908987" y="6266196"/>
                  <a:pt x="908882" y="6265663"/>
                  <a:pt x="908778" y="6265130"/>
                </a:cubicBezTo>
                <a:lnTo>
                  <a:pt x="907925" y="6263825"/>
                </a:lnTo>
                <a:lnTo>
                  <a:pt x="906661" y="6262944"/>
                </a:lnTo>
                <a:lnTo>
                  <a:pt x="905112" y="6262622"/>
                </a:lnTo>
                <a:lnTo>
                  <a:pt x="835075" y="6262622"/>
                </a:lnTo>
                <a:lnTo>
                  <a:pt x="833527" y="6262299"/>
                </a:lnTo>
                <a:lnTo>
                  <a:pt x="832263" y="6261419"/>
                </a:lnTo>
                <a:lnTo>
                  <a:pt x="831410" y="6260114"/>
                </a:lnTo>
                <a:cubicBezTo>
                  <a:pt x="831306" y="6259581"/>
                  <a:pt x="831201" y="6259048"/>
                  <a:pt x="831097" y="6258515"/>
                </a:cubicBezTo>
                <a:lnTo>
                  <a:pt x="831097" y="6225545"/>
                </a:lnTo>
                <a:cubicBezTo>
                  <a:pt x="831201" y="6225012"/>
                  <a:pt x="831306" y="6224479"/>
                  <a:pt x="831410" y="6223946"/>
                </a:cubicBezTo>
                <a:lnTo>
                  <a:pt x="832263" y="6222641"/>
                </a:lnTo>
                <a:lnTo>
                  <a:pt x="833527" y="6221761"/>
                </a:lnTo>
                <a:lnTo>
                  <a:pt x="835075" y="6221438"/>
                </a:lnTo>
                <a:lnTo>
                  <a:pt x="913090" y="6221438"/>
                </a:lnTo>
                <a:lnTo>
                  <a:pt x="914638" y="6221115"/>
                </a:lnTo>
                <a:lnTo>
                  <a:pt x="915902" y="6220235"/>
                </a:lnTo>
                <a:lnTo>
                  <a:pt x="916754" y="6218930"/>
                </a:lnTo>
                <a:cubicBezTo>
                  <a:pt x="916858" y="6218397"/>
                  <a:pt x="916963" y="6217864"/>
                  <a:pt x="917067" y="6217331"/>
                </a:cubicBezTo>
                <a:lnTo>
                  <a:pt x="917067" y="6180089"/>
                </a:lnTo>
                <a:cubicBezTo>
                  <a:pt x="916963" y="6179556"/>
                  <a:pt x="916858" y="6179024"/>
                  <a:pt x="916754" y="6178491"/>
                </a:cubicBezTo>
                <a:lnTo>
                  <a:pt x="915902" y="6177185"/>
                </a:lnTo>
                <a:lnTo>
                  <a:pt x="914638" y="6176305"/>
                </a:lnTo>
                <a:lnTo>
                  <a:pt x="913090" y="6175982"/>
                </a:lnTo>
                <a:lnTo>
                  <a:pt x="788397" y="6175982"/>
                </a:lnTo>
                <a:close/>
                <a:moveTo>
                  <a:pt x="1130966" y="6167136"/>
                </a:moveTo>
                <a:lnTo>
                  <a:pt x="1125778" y="6167690"/>
                </a:lnTo>
                <a:lnTo>
                  <a:pt x="1120922" y="6169276"/>
                </a:lnTo>
                <a:lnTo>
                  <a:pt x="1116509" y="6171785"/>
                </a:lnTo>
                <a:lnTo>
                  <a:pt x="1112650" y="6175106"/>
                </a:lnTo>
                <a:lnTo>
                  <a:pt x="1109456" y="6179127"/>
                </a:lnTo>
                <a:lnTo>
                  <a:pt x="1107037" y="6183738"/>
                </a:lnTo>
                <a:lnTo>
                  <a:pt x="1105504" y="6188829"/>
                </a:lnTo>
                <a:cubicBezTo>
                  <a:pt x="1105326" y="6190648"/>
                  <a:pt x="1105147" y="6192468"/>
                  <a:pt x="1104969" y="6194287"/>
                </a:cubicBezTo>
                <a:cubicBezTo>
                  <a:pt x="1105147" y="6196107"/>
                  <a:pt x="1105326" y="6197926"/>
                  <a:pt x="1105504" y="6199746"/>
                </a:cubicBezTo>
                <a:lnTo>
                  <a:pt x="1107037" y="6204836"/>
                </a:lnTo>
                <a:lnTo>
                  <a:pt x="1109456" y="6209447"/>
                </a:lnTo>
                <a:lnTo>
                  <a:pt x="1112650" y="6213468"/>
                </a:lnTo>
                <a:lnTo>
                  <a:pt x="1116509" y="6216789"/>
                </a:lnTo>
                <a:lnTo>
                  <a:pt x="1120922" y="6219298"/>
                </a:lnTo>
                <a:lnTo>
                  <a:pt x="1125778" y="6220885"/>
                </a:lnTo>
                <a:lnTo>
                  <a:pt x="1130966" y="6221438"/>
                </a:lnTo>
                <a:lnTo>
                  <a:pt x="1136350" y="6220885"/>
                </a:lnTo>
                <a:lnTo>
                  <a:pt x="1141353" y="6219298"/>
                </a:lnTo>
                <a:lnTo>
                  <a:pt x="1145871" y="6216789"/>
                </a:lnTo>
                <a:lnTo>
                  <a:pt x="1149800" y="6213468"/>
                </a:lnTo>
                <a:lnTo>
                  <a:pt x="1153038" y="6209447"/>
                </a:lnTo>
                <a:lnTo>
                  <a:pt x="1155478" y="6204836"/>
                </a:lnTo>
                <a:lnTo>
                  <a:pt x="1157019" y="6199746"/>
                </a:lnTo>
                <a:lnTo>
                  <a:pt x="1157556" y="6194287"/>
                </a:lnTo>
                <a:lnTo>
                  <a:pt x="1157019" y="6188829"/>
                </a:lnTo>
                <a:lnTo>
                  <a:pt x="1155478" y="6183738"/>
                </a:lnTo>
                <a:lnTo>
                  <a:pt x="1153038" y="6179127"/>
                </a:lnTo>
                <a:lnTo>
                  <a:pt x="1149800" y="6175106"/>
                </a:lnTo>
                <a:lnTo>
                  <a:pt x="1145871" y="6171785"/>
                </a:lnTo>
                <a:lnTo>
                  <a:pt x="1141353" y="6169276"/>
                </a:lnTo>
                <a:lnTo>
                  <a:pt x="1136350" y="6167690"/>
                </a:lnTo>
                <a:lnTo>
                  <a:pt x="1130966" y="6167136"/>
                </a:lnTo>
                <a:close/>
                <a:moveTo>
                  <a:pt x="587603" y="6130388"/>
                </a:moveTo>
                <a:lnTo>
                  <a:pt x="582187" y="6131131"/>
                </a:lnTo>
                <a:lnTo>
                  <a:pt x="577056" y="6133358"/>
                </a:lnTo>
                <a:lnTo>
                  <a:pt x="474730" y="6195414"/>
                </a:lnTo>
                <a:lnTo>
                  <a:pt x="470330" y="6198968"/>
                </a:lnTo>
                <a:lnTo>
                  <a:pt x="467011" y="6203523"/>
                </a:lnTo>
                <a:lnTo>
                  <a:pt x="464915" y="6208820"/>
                </a:lnTo>
                <a:cubicBezTo>
                  <a:pt x="464672" y="6210747"/>
                  <a:pt x="464428" y="6212674"/>
                  <a:pt x="464185" y="6214601"/>
                </a:cubicBezTo>
                <a:lnTo>
                  <a:pt x="464185" y="6338713"/>
                </a:lnTo>
                <a:cubicBezTo>
                  <a:pt x="464428" y="6340640"/>
                  <a:pt x="464672" y="6342567"/>
                  <a:pt x="464915" y="6344494"/>
                </a:cubicBezTo>
                <a:lnTo>
                  <a:pt x="467011" y="6349791"/>
                </a:lnTo>
                <a:lnTo>
                  <a:pt x="470330" y="6354347"/>
                </a:lnTo>
                <a:lnTo>
                  <a:pt x="474731" y="6357902"/>
                </a:lnTo>
                <a:lnTo>
                  <a:pt x="577056" y="6419958"/>
                </a:lnTo>
                <a:lnTo>
                  <a:pt x="582187" y="6422184"/>
                </a:lnTo>
                <a:lnTo>
                  <a:pt x="587603" y="6422926"/>
                </a:lnTo>
                <a:lnTo>
                  <a:pt x="593018" y="6422184"/>
                </a:lnTo>
                <a:lnTo>
                  <a:pt x="598149" y="6419958"/>
                </a:lnTo>
                <a:lnTo>
                  <a:pt x="693908" y="6361884"/>
                </a:lnTo>
                <a:lnTo>
                  <a:pt x="700475" y="6357902"/>
                </a:lnTo>
                <a:lnTo>
                  <a:pt x="704876" y="6354347"/>
                </a:lnTo>
                <a:lnTo>
                  <a:pt x="708195" y="6349791"/>
                </a:lnTo>
                <a:lnTo>
                  <a:pt x="710290" y="6344494"/>
                </a:lnTo>
                <a:cubicBezTo>
                  <a:pt x="710533" y="6342567"/>
                  <a:pt x="710777" y="6340640"/>
                  <a:pt x="711020" y="6338713"/>
                </a:cubicBezTo>
                <a:lnTo>
                  <a:pt x="711020" y="6287037"/>
                </a:lnTo>
                <a:lnTo>
                  <a:pt x="587603" y="6361884"/>
                </a:lnTo>
                <a:lnTo>
                  <a:pt x="518967" y="6320260"/>
                </a:lnTo>
                <a:cubicBezTo>
                  <a:pt x="518979" y="6291852"/>
                  <a:pt x="518992" y="6263444"/>
                  <a:pt x="519004" y="6235036"/>
                </a:cubicBezTo>
                <a:lnTo>
                  <a:pt x="582538" y="6196483"/>
                </a:lnTo>
                <a:lnTo>
                  <a:pt x="585000" y="6195414"/>
                </a:lnTo>
                <a:lnTo>
                  <a:pt x="587603" y="6195057"/>
                </a:lnTo>
                <a:lnTo>
                  <a:pt x="590208" y="6195414"/>
                </a:lnTo>
                <a:lnTo>
                  <a:pt x="592674" y="6196485"/>
                </a:lnTo>
                <a:lnTo>
                  <a:pt x="656238" y="6235034"/>
                </a:lnTo>
                <a:lnTo>
                  <a:pt x="596138" y="6271483"/>
                </a:lnTo>
                <a:lnTo>
                  <a:pt x="591986" y="6273284"/>
                </a:lnTo>
                <a:lnTo>
                  <a:pt x="587603" y="6273884"/>
                </a:lnTo>
                <a:lnTo>
                  <a:pt x="583221" y="6273283"/>
                </a:lnTo>
                <a:lnTo>
                  <a:pt x="579069" y="6271481"/>
                </a:lnTo>
                <a:lnTo>
                  <a:pt x="536076" y="6245395"/>
                </a:lnTo>
                <a:lnTo>
                  <a:pt x="536046" y="6309859"/>
                </a:lnTo>
                <a:lnTo>
                  <a:pt x="587603" y="6341127"/>
                </a:lnTo>
                <a:lnTo>
                  <a:pt x="698481" y="6273884"/>
                </a:lnTo>
                <a:lnTo>
                  <a:pt x="711020" y="6266280"/>
                </a:lnTo>
                <a:lnTo>
                  <a:pt x="711020" y="6214601"/>
                </a:lnTo>
                <a:cubicBezTo>
                  <a:pt x="710777" y="6212674"/>
                  <a:pt x="710533" y="6210747"/>
                  <a:pt x="710290" y="6208820"/>
                </a:cubicBezTo>
                <a:lnTo>
                  <a:pt x="708195" y="6203523"/>
                </a:lnTo>
                <a:lnTo>
                  <a:pt x="704876" y="6198968"/>
                </a:lnTo>
                <a:lnTo>
                  <a:pt x="700475" y="6195413"/>
                </a:lnTo>
                <a:lnTo>
                  <a:pt x="699887" y="6195057"/>
                </a:lnTo>
                <a:lnTo>
                  <a:pt x="598149" y="6133358"/>
                </a:lnTo>
                <a:lnTo>
                  <a:pt x="593018" y="6131131"/>
                </a:lnTo>
                <a:lnTo>
                  <a:pt x="587603" y="6130388"/>
                </a:lnTo>
                <a:close/>
                <a:moveTo>
                  <a:pt x="0" y="0"/>
                </a:moveTo>
                <a:lnTo>
                  <a:pt x="12204708" y="0"/>
                </a:lnTo>
                <a:cubicBezTo>
                  <a:pt x="12207885" y="2286000"/>
                  <a:pt x="12201531" y="4581525"/>
                  <a:pt x="12204708" y="6867525"/>
                </a:cubicBezTo>
                <a:lnTo>
                  <a:pt x="6353" y="6867525"/>
                </a:lnTo>
                <a:cubicBezTo>
                  <a:pt x="4235" y="4578350"/>
                  <a:pt x="2118" y="2289175"/>
                  <a:pt x="0" y="0"/>
                </a:cubicBez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7653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Grey Logo Bottom 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88824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007893" y="6269265"/>
                </a:moveTo>
                <a:lnTo>
                  <a:pt x="1012666" y="6269568"/>
                </a:lnTo>
                <a:lnTo>
                  <a:pt x="1017275" y="6270481"/>
                </a:lnTo>
                <a:lnTo>
                  <a:pt x="1021659" y="6272007"/>
                </a:lnTo>
                <a:lnTo>
                  <a:pt x="1025757" y="6274150"/>
                </a:lnTo>
                <a:lnTo>
                  <a:pt x="1029507" y="6276915"/>
                </a:lnTo>
                <a:lnTo>
                  <a:pt x="1032848" y="6280306"/>
                </a:lnTo>
                <a:lnTo>
                  <a:pt x="1035719" y="6284326"/>
                </a:lnTo>
                <a:lnTo>
                  <a:pt x="1038059" y="6288981"/>
                </a:lnTo>
                <a:lnTo>
                  <a:pt x="1039806" y="6294273"/>
                </a:lnTo>
                <a:lnTo>
                  <a:pt x="1040899" y="6300208"/>
                </a:lnTo>
                <a:lnTo>
                  <a:pt x="1041277" y="6306788"/>
                </a:lnTo>
                <a:lnTo>
                  <a:pt x="1040899" y="6313376"/>
                </a:lnTo>
                <a:lnTo>
                  <a:pt x="1039806" y="6319330"/>
                </a:lnTo>
                <a:lnTo>
                  <a:pt x="1038059" y="6324652"/>
                </a:lnTo>
                <a:lnTo>
                  <a:pt x="1035719" y="6329342"/>
                </a:lnTo>
                <a:lnTo>
                  <a:pt x="1032848" y="6333403"/>
                </a:lnTo>
                <a:lnTo>
                  <a:pt x="1029507" y="6336835"/>
                </a:lnTo>
                <a:lnTo>
                  <a:pt x="1025757" y="6339641"/>
                </a:lnTo>
                <a:lnTo>
                  <a:pt x="1021659" y="6341820"/>
                </a:lnTo>
                <a:lnTo>
                  <a:pt x="1017275" y="6343375"/>
                </a:lnTo>
                <a:lnTo>
                  <a:pt x="1012666" y="6344307"/>
                </a:lnTo>
                <a:lnTo>
                  <a:pt x="1007893" y="6344618"/>
                </a:lnTo>
                <a:lnTo>
                  <a:pt x="1003193" y="6344300"/>
                </a:lnTo>
                <a:lnTo>
                  <a:pt x="998645" y="6343350"/>
                </a:lnTo>
                <a:lnTo>
                  <a:pt x="994309" y="6341771"/>
                </a:lnTo>
                <a:lnTo>
                  <a:pt x="990249" y="6339564"/>
                </a:lnTo>
                <a:lnTo>
                  <a:pt x="986527" y="6336732"/>
                </a:lnTo>
                <a:lnTo>
                  <a:pt x="983207" y="6333280"/>
                </a:lnTo>
                <a:lnTo>
                  <a:pt x="980349" y="6329208"/>
                </a:lnTo>
                <a:lnTo>
                  <a:pt x="978018" y="6324520"/>
                </a:lnTo>
                <a:lnTo>
                  <a:pt x="976275" y="6319219"/>
                </a:lnTo>
                <a:lnTo>
                  <a:pt x="975184" y="6313308"/>
                </a:lnTo>
                <a:lnTo>
                  <a:pt x="974806" y="6306788"/>
                </a:lnTo>
                <a:lnTo>
                  <a:pt x="975184" y="6300208"/>
                </a:lnTo>
                <a:lnTo>
                  <a:pt x="976275" y="6294273"/>
                </a:lnTo>
                <a:lnTo>
                  <a:pt x="978018" y="6288981"/>
                </a:lnTo>
                <a:lnTo>
                  <a:pt x="980349" y="6284326"/>
                </a:lnTo>
                <a:lnTo>
                  <a:pt x="983207" y="6280306"/>
                </a:lnTo>
                <a:lnTo>
                  <a:pt x="986527" y="6276915"/>
                </a:lnTo>
                <a:lnTo>
                  <a:pt x="990249" y="6274150"/>
                </a:lnTo>
                <a:lnTo>
                  <a:pt x="994309" y="6272007"/>
                </a:lnTo>
                <a:lnTo>
                  <a:pt x="998645" y="6270481"/>
                </a:lnTo>
                <a:lnTo>
                  <a:pt x="1003193" y="6269568"/>
                </a:lnTo>
                <a:close/>
                <a:moveTo>
                  <a:pt x="1349948" y="6269264"/>
                </a:moveTo>
                <a:lnTo>
                  <a:pt x="1354581" y="6269561"/>
                </a:lnTo>
                <a:lnTo>
                  <a:pt x="1359089" y="6270455"/>
                </a:lnTo>
                <a:lnTo>
                  <a:pt x="1363405" y="6271956"/>
                </a:lnTo>
                <a:lnTo>
                  <a:pt x="1367462" y="6274072"/>
                </a:lnTo>
                <a:lnTo>
                  <a:pt x="1371195" y="6276811"/>
                </a:lnTo>
                <a:lnTo>
                  <a:pt x="1374536" y="6280181"/>
                </a:lnTo>
                <a:lnTo>
                  <a:pt x="1377418" y="6284190"/>
                </a:lnTo>
                <a:lnTo>
                  <a:pt x="1379777" y="6288848"/>
                </a:lnTo>
                <a:lnTo>
                  <a:pt x="1381543" y="6294161"/>
                </a:lnTo>
                <a:lnTo>
                  <a:pt x="1382652" y="6300138"/>
                </a:lnTo>
                <a:lnTo>
                  <a:pt x="1383037" y="6306788"/>
                </a:lnTo>
                <a:lnTo>
                  <a:pt x="1382652" y="6313445"/>
                </a:lnTo>
                <a:lnTo>
                  <a:pt x="1381543" y="6319442"/>
                </a:lnTo>
                <a:lnTo>
                  <a:pt x="1379777" y="6324784"/>
                </a:lnTo>
                <a:lnTo>
                  <a:pt x="1377418" y="6329478"/>
                </a:lnTo>
                <a:lnTo>
                  <a:pt x="1374536" y="6333527"/>
                </a:lnTo>
                <a:lnTo>
                  <a:pt x="1371195" y="6336939"/>
                </a:lnTo>
                <a:lnTo>
                  <a:pt x="1367462" y="6339718"/>
                </a:lnTo>
                <a:lnTo>
                  <a:pt x="1363405" y="6341869"/>
                </a:lnTo>
                <a:lnTo>
                  <a:pt x="1359089" y="6343400"/>
                </a:lnTo>
                <a:lnTo>
                  <a:pt x="1354581" y="6344314"/>
                </a:lnTo>
                <a:lnTo>
                  <a:pt x="1349948" y="6344617"/>
                </a:lnTo>
                <a:lnTo>
                  <a:pt x="1345382" y="6344307"/>
                </a:lnTo>
                <a:lnTo>
                  <a:pt x="1340916" y="6343375"/>
                </a:lnTo>
                <a:lnTo>
                  <a:pt x="1336620" y="6341820"/>
                </a:lnTo>
                <a:lnTo>
                  <a:pt x="1332565" y="6339640"/>
                </a:lnTo>
                <a:lnTo>
                  <a:pt x="1328822" y="6336835"/>
                </a:lnTo>
                <a:lnTo>
                  <a:pt x="1325461" y="6333403"/>
                </a:lnTo>
                <a:lnTo>
                  <a:pt x="1322553" y="6329343"/>
                </a:lnTo>
                <a:lnTo>
                  <a:pt x="1320168" y="6324652"/>
                </a:lnTo>
                <a:lnTo>
                  <a:pt x="1318378" y="6319330"/>
                </a:lnTo>
                <a:lnTo>
                  <a:pt x="1317251" y="6313376"/>
                </a:lnTo>
                <a:lnTo>
                  <a:pt x="1316860" y="6306788"/>
                </a:lnTo>
                <a:lnTo>
                  <a:pt x="1317251" y="6300138"/>
                </a:lnTo>
                <a:lnTo>
                  <a:pt x="1318378" y="6294161"/>
                </a:lnTo>
                <a:lnTo>
                  <a:pt x="1320168" y="6288848"/>
                </a:lnTo>
                <a:lnTo>
                  <a:pt x="1322553" y="6284190"/>
                </a:lnTo>
                <a:lnTo>
                  <a:pt x="1325461" y="6280181"/>
                </a:lnTo>
                <a:lnTo>
                  <a:pt x="1328822" y="6276811"/>
                </a:lnTo>
                <a:lnTo>
                  <a:pt x="1332565" y="6274072"/>
                </a:lnTo>
                <a:lnTo>
                  <a:pt x="1336620" y="6271956"/>
                </a:lnTo>
                <a:lnTo>
                  <a:pt x="1340916" y="6270455"/>
                </a:lnTo>
                <a:lnTo>
                  <a:pt x="1345382" y="6269561"/>
                </a:lnTo>
                <a:close/>
                <a:moveTo>
                  <a:pt x="1106434" y="6231132"/>
                </a:moveTo>
                <a:lnTo>
                  <a:pt x="1104886" y="6231455"/>
                </a:lnTo>
                <a:lnTo>
                  <a:pt x="1103622" y="6232335"/>
                </a:lnTo>
                <a:lnTo>
                  <a:pt x="1102769" y="6233641"/>
                </a:lnTo>
                <a:lnTo>
                  <a:pt x="1102457" y="6235239"/>
                </a:lnTo>
                <a:lnTo>
                  <a:pt x="1102457" y="6378643"/>
                </a:lnTo>
                <a:lnTo>
                  <a:pt x="1102769" y="6380242"/>
                </a:lnTo>
                <a:lnTo>
                  <a:pt x="1103622" y="6381547"/>
                </a:lnTo>
                <a:lnTo>
                  <a:pt x="1104886" y="6382427"/>
                </a:lnTo>
                <a:lnTo>
                  <a:pt x="1106434" y="6382750"/>
                </a:lnTo>
                <a:lnTo>
                  <a:pt x="1143384" y="6382750"/>
                </a:lnTo>
                <a:lnTo>
                  <a:pt x="1144932" y="6382427"/>
                </a:lnTo>
                <a:lnTo>
                  <a:pt x="1146197" y="6381547"/>
                </a:lnTo>
                <a:lnTo>
                  <a:pt x="1147050" y="6380242"/>
                </a:lnTo>
                <a:lnTo>
                  <a:pt x="1147362" y="6378643"/>
                </a:lnTo>
                <a:lnTo>
                  <a:pt x="1147362" y="6235239"/>
                </a:lnTo>
                <a:lnTo>
                  <a:pt x="1147050" y="6233641"/>
                </a:lnTo>
                <a:lnTo>
                  <a:pt x="1146197" y="6232335"/>
                </a:lnTo>
                <a:lnTo>
                  <a:pt x="1144932" y="6231455"/>
                </a:lnTo>
                <a:lnTo>
                  <a:pt x="1143384" y="6231132"/>
                </a:lnTo>
                <a:close/>
                <a:moveTo>
                  <a:pt x="1254739" y="6229607"/>
                </a:moveTo>
                <a:lnTo>
                  <a:pt x="1250024" y="6229850"/>
                </a:lnTo>
                <a:lnTo>
                  <a:pt x="1244879" y="6230637"/>
                </a:lnTo>
                <a:lnTo>
                  <a:pt x="1239513" y="6232052"/>
                </a:lnTo>
                <a:lnTo>
                  <a:pt x="1234133" y="6234183"/>
                </a:lnTo>
                <a:lnTo>
                  <a:pt x="1228947" y="6237114"/>
                </a:lnTo>
                <a:lnTo>
                  <a:pt x="1224162" y="6240933"/>
                </a:lnTo>
                <a:lnTo>
                  <a:pt x="1219987" y="6245723"/>
                </a:lnTo>
                <a:lnTo>
                  <a:pt x="1216628" y="6251572"/>
                </a:lnTo>
                <a:lnTo>
                  <a:pt x="1216628" y="6235238"/>
                </a:lnTo>
                <a:lnTo>
                  <a:pt x="1216316" y="6233640"/>
                </a:lnTo>
                <a:lnTo>
                  <a:pt x="1215463" y="6232335"/>
                </a:lnTo>
                <a:lnTo>
                  <a:pt x="1214199" y="6231454"/>
                </a:lnTo>
                <a:lnTo>
                  <a:pt x="1212650" y="6231132"/>
                </a:lnTo>
                <a:lnTo>
                  <a:pt x="1177178" y="6231132"/>
                </a:lnTo>
                <a:lnTo>
                  <a:pt x="1175630" y="6231454"/>
                </a:lnTo>
                <a:lnTo>
                  <a:pt x="1174366" y="6232335"/>
                </a:lnTo>
                <a:lnTo>
                  <a:pt x="1173513" y="6233640"/>
                </a:lnTo>
                <a:lnTo>
                  <a:pt x="1173201" y="6235238"/>
                </a:lnTo>
                <a:lnTo>
                  <a:pt x="1173201" y="6378642"/>
                </a:lnTo>
                <a:lnTo>
                  <a:pt x="1173513" y="6380242"/>
                </a:lnTo>
                <a:lnTo>
                  <a:pt x="1174366" y="6381548"/>
                </a:lnTo>
                <a:lnTo>
                  <a:pt x="1175630" y="6382428"/>
                </a:lnTo>
                <a:lnTo>
                  <a:pt x="1177178" y="6382751"/>
                </a:lnTo>
                <a:lnTo>
                  <a:pt x="1214127" y="6382751"/>
                </a:lnTo>
                <a:lnTo>
                  <a:pt x="1215676" y="6382428"/>
                </a:lnTo>
                <a:lnTo>
                  <a:pt x="1216940" y="6381548"/>
                </a:lnTo>
                <a:lnTo>
                  <a:pt x="1217792" y="6380242"/>
                </a:lnTo>
                <a:lnTo>
                  <a:pt x="1218105" y="6378642"/>
                </a:lnTo>
                <a:lnTo>
                  <a:pt x="1218105" y="6316549"/>
                </a:lnTo>
                <a:lnTo>
                  <a:pt x="1218497" y="6308781"/>
                </a:lnTo>
                <a:lnTo>
                  <a:pt x="1219630" y="6301926"/>
                </a:lnTo>
                <a:lnTo>
                  <a:pt x="1221437" y="6295946"/>
                </a:lnTo>
                <a:lnTo>
                  <a:pt x="1223855" y="6290807"/>
                </a:lnTo>
                <a:lnTo>
                  <a:pt x="1226817" y="6286470"/>
                </a:lnTo>
                <a:lnTo>
                  <a:pt x="1230259" y="6282901"/>
                </a:lnTo>
                <a:lnTo>
                  <a:pt x="1234115" y="6280062"/>
                </a:lnTo>
                <a:lnTo>
                  <a:pt x="1238320" y="6277917"/>
                </a:lnTo>
                <a:lnTo>
                  <a:pt x="1242809" y="6276430"/>
                </a:lnTo>
                <a:lnTo>
                  <a:pt x="1247516" y="6275565"/>
                </a:lnTo>
                <a:lnTo>
                  <a:pt x="1252376" y="6275284"/>
                </a:lnTo>
                <a:lnTo>
                  <a:pt x="1254599" y="6275312"/>
                </a:lnTo>
                <a:lnTo>
                  <a:pt x="1256730" y="6275402"/>
                </a:lnTo>
                <a:lnTo>
                  <a:pt x="1258821" y="6275565"/>
                </a:lnTo>
                <a:lnTo>
                  <a:pt x="1260894" y="6275809"/>
                </a:lnTo>
                <a:lnTo>
                  <a:pt x="1262471" y="6275713"/>
                </a:lnTo>
                <a:lnTo>
                  <a:pt x="1263347" y="6275284"/>
                </a:lnTo>
                <a:lnTo>
                  <a:pt x="1263848" y="6275039"/>
                </a:lnTo>
                <a:lnTo>
                  <a:pt x="1264877" y="6273889"/>
                </a:lnTo>
                <a:lnTo>
                  <a:pt x="1265415" y="6272363"/>
                </a:lnTo>
                <a:lnTo>
                  <a:pt x="1268444" y="6251572"/>
                </a:lnTo>
                <a:lnTo>
                  <a:pt x="1270750" y="6235738"/>
                </a:lnTo>
                <a:lnTo>
                  <a:pt x="1270687" y="6234167"/>
                </a:lnTo>
                <a:lnTo>
                  <a:pt x="1264312" y="6230481"/>
                </a:lnTo>
                <a:lnTo>
                  <a:pt x="1257574" y="6229712"/>
                </a:lnTo>
                <a:close/>
                <a:moveTo>
                  <a:pt x="1017052" y="6227471"/>
                </a:moveTo>
                <a:lnTo>
                  <a:pt x="1010253" y="6227809"/>
                </a:lnTo>
                <a:lnTo>
                  <a:pt x="1003864" y="6228772"/>
                </a:lnTo>
                <a:lnTo>
                  <a:pt x="997926" y="6230284"/>
                </a:lnTo>
                <a:lnTo>
                  <a:pt x="992476" y="6232272"/>
                </a:lnTo>
                <a:lnTo>
                  <a:pt x="987553" y="6234658"/>
                </a:lnTo>
                <a:lnTo>
                  <a:pt x="983198" y="6237369"/>
                </a:lnTo>
                <a:lnTo>
                  <a:pt x="979447" y="6240328"/>
                </a:lnTo>
                <a:lnTo>
                  <a:pt x="973919" y="6246690"/>
                </a:lnTo>
                <a:lnTo>
                  <a:pt x="973919" y="6235238"/>
                </a:lnTo>
                <a:lnTo>
                  <a:pt x="973606" y="6233640"/>
                </a:lnTo>
                <a:lnTo>
                  <a:pt x="972754" y="6232335"/>
                </a:lnTo>
                <a:lnTo>
                  <a:pt x="971489" y="6231454"/>
                </a:lnTo>
                <a:lnTo>
                  <a:pt x="969940" y="6231132"/>
                </a:lnTo>
                <a:lnTo>
                  <a:pt x="934469" y="6231132"/>
                </a:lnTo>
                <a:lnTo>
                  <a:pt x="932920" y="6231454"/>
                </a:lnTo>
                <a:lnTo>
                  <a:pt x="931655" y="6232335"/>
                </a:lnTo>
                <a:lnTo>
                  <a:pt x="930803" y="6233640"/>
                </a:lnTo>
                <a:lnTo>
                  <a:pt x="930490" y="6235238"/>
                </a:lnTo>
                <a:lnTo>
                  <a:pt x="930490" y="6436605"/>
                </a:lnTo>
                <a:lnTo>
                  <a:pt x="930803" y="6438204"/>
                </a:lnTo>
                <a:lnTo>
                  <a:pt x="931655" y="6439509"/>
                </a:lnTo>
                <a:lnTo>
                  <a:pt x="932920" y="6440389"/>
                </a:lnTo>
                <a:lnTo>
                  <a:pt x="934469" y="6440712"/>
                </a:lnTo>
                <a:lnTo>
                  <a:pt x="971418" y="6440712"/>
                </a:lnTo>
                <a:lnTo>
                  <a:pt x="972966" y="6440389"/>
                </a:lnTo>
                <a:lnTo>
                  <a:pt x="974230" y="6439509"/>
                </a:lnTo>
                <a:lnTo>
                  <a:pt x="975083" y="6438204"/>
                </a:lnTo>
                <a:lnTo>
                  <a:pt x="975395" y="6436605"/>
                </a:lnTo>
                <a:lnTo>
                  <a:pt x="975395" y="6370853"/>
                </a:lnTo>
                <a:lnTo>
                  <a:pt x="978285" y="6373960"/>
                </a:lnTo>
                <a:lnTo>
                  <a:pt x="981835" y="6376839"/>
                </a:lnTo>
                <a:lnTo>
                  <a:pt x="986016" y="6379433"/>
                </a:lnTo>
                <a:lnTo>
                  <a:pt x="990795" y="6381683"/>
                </a:lnTo>
                <a:lnTo>
                  <a:pt x="996142" y="6383532"/>
                </a:lnTo>
                <a:lnTo>
                  <a:pt x="1002026" y="6384925"/>
                </a:lnTo>
                <a:lnTo>
                  <a:pt x="1008415" y="6385802"/>
                </a:lnTo>
                <a:lnTo>
                  <a:pt x="1015278" y="6386107"/>
                </a:lnTo>
                <a:lnTo>
                  <a:pt x="1020801" y="6385903"/>
                </a:lnTo>
                <a:lnTo>
                  <a:pt x="1026165" y="6385298"/>
                </a:lnTo>
                <a:lnTo>
                  <a:pt x="1031359" y="6384303"/>
                </a:lnTo>
                <a:lnTo>
                  <a:pt x="1036375" y="6382930"/>
                </a:lnTo>
                <a:lnTo>
                  <a:pt x="1041203" y="6381190"/>
                </a:lnTo>
                <a:lnTo>
                  <a:pt x="1045833" y="6379095"/>
                </a:lnTo>
                <a:lnTo>
                  <a:pt x="1050256" y="6376656"/>
                </a:lnTo>
                <a:lnTo>
                  <a:pt x="1054462" y="6373884"/>
                </a:lnTo>
                <a:lnTo>
                  <a:pt x="1058363" y="6370853"/>
                </a:lnTo>
                <a:lnTo>
                  <a:pt x="1062187" y="6367387"/>
                </a:lnTo>
                <a:lnTo>
                  <a:pt x="1065687" y="6363684"/>
                </a:lnTo>
                <a:lnTo>
                  <a:pt x="1068932" y="6359694"/>
                </a:lnTo>
                <a:lnTo>
                  <a:pt x="1071913" y="6355428"/>
                </a:lnTo>
                <a:lnTo>
                  <a:pt x="1074621" y="6350898"/>
                </a:lnTo>
                <a:lnTo>
                  <a:pt x="1077046" y="6346114"/>
                </a:lnTo>
                <a:lnTo>
                  <a:pt x="1077680" y="6344618"/>
                </a:lnTo>
                <a:lnTo>
                  <a:pt x="1081008" y="6335831"/>
                </a:lnTo>
                <a:lnTo>
                  <a:pt x="1082527" y="6330355"/>
                </a:lnTo>
                <a:lnTo>
                  <a:pt x="1083727" y="6324652"/>
                </a:lnTo>
                <a:lnTo>
                  <a:pt x="1084591" y="6318790"/>
                </a:lnTo>
                <a:lnTo>
                  <a:pt x="1085119" y="6312724"/>
                </a:lnTo>
                <a:lnTo>
                  <a:pt x="1085297" y="6306484"/>
                </a:lnTo>
                <a:lnTo>
                  <a:pt x="1085138" y="6300361"/>
                </a:lnTo>
                <a:lnTo>
                  <a:pt x="1084666" y="6294398"/>
                </a:lnTo>
                <a:lnTo>
                  <a:pt x="1083885" y="6288607"/>
                </a:lnTo>
                <a:lnTo>
                  <a:pt x="1082801" y="6283000"/>
                </a:lnTo>
                <a:lnTo>
                  <a:pt x="1081418" y="6277590"/>
                </a:lnTo>
                <a:lnTo>
                  <a:pt x="1079741" y="6272388"/>
                </a:lnTo>
                <a:lnTo>
                  <a:pt x="1078509" y="6269265"/>
                </a:lnTo>
                <a:lnTo>
                  <a:pt x="1077776" y="6267406"/>
                </a:lnTo>
                <a:lnTo>
                  <a:pt x="1075527" y="6262658"/>
                </a:lnTo>
                <a:lnTo>
                  <a:pt x="1072999" y="6258154"/>
                </a:lnTo>
                <a:lnTo>
                  <a:pt x="1070198" y="6253908"/>
                </a:lnTo>
                <a:lnTo>
                  <a:pt x="1067128" y="6249932"/>
                </a:lnTo>
                <a:lnTo>
                  <a:pt x="1064203" y="6246690"/>
                </a:lnTo>
                <a:lnTo>
                  <a:pt x="1060201" y="6242836"/>
                </a:lnTo>
                <a:lnTo>
                  <a:pt x="1056355" y="6239742"/>
                </a:lnTo>
                <a:lnTo>
                  <a:pt x="1052260" y="6236966"/>
                </a:lnTo>
                <a:lnTo>
                  <a:pt x="1047922" y="6234520"/>
                </a:lnTo>
                <a:lnTo>
                  <a:pt x="1043344" y="6232417"/>
                </a:lnTo>
                <a:lnTo>
                  <a:pt x="1038533" y="6230669"/>
                </a:lnTo>
                <a:lnTo>
                  <a:pt x="1033494" y="6229288"/>
                </a:lnTo>
                <a:lnTo>
                  <a:pt x="1028230" y="6228287"/>
                </a:lnTo>
                <a:lnTo>
                  <a:pt x="1022748" y="6227677"/>
                </a:lnTo>
                <a:close/>
                <a:moveTo>
                  <a:pt x="1518121" y="6226556"/>
                </a:moveTo>
                <a:lnTo>
                  <a:pt x="1512547" y="6226743"/>
                </a:lnTo>
                <a:lnTo>
                  <a:pt x="1507086" y="6227298"/>
                </a:lnTo>
                <a:lnTo>
                  <a:pt x="1501751" y="6228211"/>
                </a:lnTo>
                <a:lnTo>
                  <a:pt x="1496554" y="6229472"/>
                </a:lnTo>
                <a:lnTo>
                  <a:pt x="1491508" y="6231073"/>
                </a:lnTo>
                <a:lnTo>
                  <a:pt x="1486625" y="6233004"/>
                </a:lnTo>
                <a:lnTo>
                  <a:pt x="1481918" y="6235254"/>
                </a:lnTo>
                <a:lnTo>
                  <a:pt x="1477398" y="6237816"/>
                </a:lnTo>
                <a:lnTo>
                  <a:pt x="1473080" y="6240679"/>
                </a:lnTo>
                <a:lnTo>
                  <a:pt x="1468975" y="6243834"/>
                </a:lnTo>
                <a:lnTo>
                  <a:pt x="1465095" y="6247271"/>
                </a:lnTo>
                <a:lnTo>
                  <a:pt x="1461455" y="6250981"/>
                </a:lnTo>
                <a:lnTo>
                  <a:pt x="1458064" y="6254955"/>
                </a:lnTo>
                <a:lnTo>
                  <a:pt x="1454938" y="6259182"/>
                </a:lnTo>
                <a:lnTo>
                  <a:pt x="1452087" y="6263654"/>
                </a:lnTo>
                <a:lnTo>
                  <a:pt x="1449525" y="6268361"/>
                </a:lnTo>
                <a:lnTo>
                  <a:pt x="1447263" y="6273294"/>
                </a:lnTo>
                <a:lnTo>
                  <a:pt x="1445310" y="6278461"/>
                </a:lnTo>
                <a:lnTo>
                  <a:pt x="1443694" y="6283797"/>
                </a:lnTo>
                <a:lnTo>
                  <a:pt x="1442411" y="6289349"/>
                </a:lnTo>
                <a:lnTo>
                  <a:pt x="1441479" y="6295089"/>
                </a:lnTo>
                <a:lnTo>
                  <a:pt x="1440910" y="6301007"/>
                </a:lnTo>
                <a:lnTo>
                  <a:pt x="1440718" y="6307094"/>
                </a:lnTo>
                <a:lnTo>
                  <a:pt x="1440899" y="6312893"/>
                </a:lnTo>
                <a:lnTo>
                  <a:pt x="1441435" y="6318541"/>
                </a:lnTo>
                <a:lnTo>
                  <a:pt x="1442314" y="6324029"/>
                </a:lnTo>
                <a:lnTo>
                  <a:pt x="1443524" y="6329349"/>
                </a:lnTo>
                <a:lnTo>
                  <a:pt x="1445055" y="6334492"/>
                </a:lnTo>
                <a:lnTo>
                  <a:pt x="1446894" y="6339450"/>
                </a:lnTo>
                <a:lnTo>
                  <a:pt x="1449030" y="6344213"/>
                </a:lnTo>
                <a:lnTo>
                  <a:pt x="1451452" y="6348774"/>
                </a:lnTo>
                <a:lnTo>
                  <a:pt x="1454147" y="6353125"/>
                </a:lnTo>
                <a:lnTo>
                  <a:pt x="1457105" y="6357256"/>
                </a:lnTo>
                <a:lnTo>
                  <a:pt x="1460313" y="6361160"/>
                </a:lnTo>
                <a:lnTo>
                  <a:pt x="1463761" y="6364827"/>
                </a:lnTo>
                <a:lnTo>
                  <a:pt x="1467436" y="6368250"/>
                </a:lnTo>
                <a:lnTo>
                  <a:pt x="1471328" y="6371419"/>
                </a:lnTo>
                <a:lnTo>
                  <a:pt x="1475425" y="6374327"/>
                </a:lnTo>
                <a:lnTo>
                  <a:pt x="1479714" y="6376964"/>
                </a:lnTo>
                <a:lnTo>
                  <a:pt x="1484185" y="6379324"/>
                </a:lnTo>
                <a:lnTo>
                  <a:pt x="1488826" y="6381396"/>
                </a:lnTo>
                <a:lnTo>
                  <a:pt x="1493626" y="6383172"/>
                </a:lnTo>
                <a:lnTo>
                  <a:pt x="1498572" y="6384645"/>
                </a:lnTo>
                <a:lnTo>
                  <a:pt x="1503654" y="6385805"/>
                </a:lnTo>
                <a:lnTo>
                  <a:pt x="1508860" y="6386644"/>
                </a:lnTo>
                <a:lnTo>
                  <a:pt x="1514178" y="6387153"/>
                </a:lnTo>
                <a:lnTo>
                  <a:pt x="1519597" y="6387325"/>
                </a:lnTo>
                <a:lnTo>
                  <a:pt x="1526428" y="6387054"/>
                </a:lnTo>
                <a:lnTo>
                  <a:pt x="1532938" y="6386261"/>
                </a:lnTo>
                <a:lnTo>
                  <a:pt x="1539123" y="6384980"/>
                </a:lnTo>
                <a:lnTo>
                  <a:pt x="1544980" y="6383243"/>
                </a:lnTo>
                <a:lnTo>
                  <a:pt x="1550506" y="6381082"/>
                </a:lnTo>
                <a:lnTo>
                  <a:pt x="1555698" y="6378529"/>
                </a:lnTo>
                <a:lnTo>
                  <a:pt x="1560552" y="6375618"/>
                </a:lnTo>
                <a:lnTo>
                  <a:pt x="1565064" y="6372380"/>
                </a:lnTo>
                <a:lnTo>
                  <a:pt x="1569232" y="6368848"/>
                </a:lnTo>
                <a:lnTo>
                  <a:pt x="1573052" y="6365054"/>
                </a:lnTo>
                <a:lnTo>
                  <a:pt x="1576520" y="6361031"/>
                </a:lnTo>
                <a:lnTo>
                  <a:pt x="1579635" y="6356812"/>
                </a:lnTo>
                <a:lnTo>
                  <a:pt x="1582391" y="6352428"/>
                </a:lnTo>
                <a:lnTo>
                  <a:pt x="1584786" y="6347913"/>
                </a:lnTo>
                <a:lnTo>
                  <a:pt x="1586236" y="6344617"/>
                </a:lnTo>
                <a:lnTo>
                  <a:pt x="1586816" y="6343297"/>
                </a:lnTo>
                <a:lnTo>
                  <a:pt x="1588479" y="6338615"/>
                </a:lnTo>
                <a:lnTo>
                  <a:pt x="1588664" y="6336960"/>
                </a:lnTo>
                <a:lnTo>
                  <a:pt x="1588235" y="6335417"/>
                </a:lnTo>
                <a:lnTo>
                  <a:pt x="1587274" y="6334160"/>
                </a:lnTo>
                <a:lnTo>
                  <a:pt x="1585862" y="6333362"/>
                </a:lnTo>
                <a:lnTo>
                  <a:pt x="1553627" y="6323178"/>
                </a:lnTo>
                <a:lnTo>
                  <a:pt x="1552160" y="6323012"/>
                </a:lnTo>
                <a:lnTo>
                  <a:pt x="1550782" y="6323397"/>
                </a:lnTo>
                <a:lnTo>
                  <a:pt x="1549622" y="6324263"/>
                </a:lnTo>
                <a:lnTo>
                  <a:pt x="1548805" y="6325541"/>
                </a:lnTo>
                <a:lnTo>
                  <a:pt x="1546706" y="6329749"/>
                </a:lnTo>
                <a:lnTo>
                  <a:pt x="1543941" y="6333699"/>
                </a:lnTo>
                <a:lnTo>
                  <a:pt x="1540495" y="6337251"/>
                </a:lnTo>
                <a:lnTo>
                  <a:pt x="1536352" y="6340260"/>
                </a:lnTo>
                <a:lnTo>
                  <a:pt x="1531498" y="6342586"/>
                </a:lnTo>
                <a:lnTo>
                  <a:pt x="1525918" y="6344086"/>
                </a:lnTo>
                <a:lnTo>
                  <a:pt x="1519597" y="6344617"/>
                </a:lnTo>
                <a:lnTo>
                  <a:pt x="1514604" y="6344286"/>
                </a:lnTo>
                <a:lnTo>
                  <a:pt x="1509815" y="6343302"/>
                </a:lnTo>
                <a:lnTo>
                  <a:pt x="1505287" y="6341678"/>
                </a:lnTo>
                <a:lnTo>
                  <a:pt x="1501076" y="6339424"/>
                </a:lnTo>
                <a:lnTo>
                  <a:pt x="1497242" y="6336555"/>
                </a:lnTo>
                <a:lnTo>
                  <a:pt x="1493840" y="6333082"/>
                </a:lnTo>
                <a:lnTo>
                  <a:pt x="1490928" y="6329017"/>
                </a:lnTo>
                <a:lnTo>
                  <a:pt x="1488564" y="6324374"/>
                </a:lnTo>
                <a:lnTo>
                  <a:pt x="1486804" y="6319164"/>
                </a:lnTo>
                <a:lnTo>
                  <a:pt x="1485706" y="6313400"/>
                </a:lnTo>
                <a:lnTo>
                  <a:pt x="1485327" y="6307094"/>
                </a:lnTo>
                <a:lnTo>
                  <a:pt x="1485692" y="6300711"/>
                </a:lnTo>
                <a:lnTo>
                  <a:pt x="1486752" y="6294885"/>
                </a:lnTo>
                <a:lnTo>
                  <a:pt x="1488456" y="6289625"/>
                </a:lnTo>
                <a:lnTo>
                  <a:pt x="1490750" y="6284943"/>
                </a:lnTo>
                <a:lnTo>
                  <a:pt x="1493584" y="6280849"/>
                </a:lnTo>
                <a:lnTo>
                  <a:pt x="1496906" y="6277355"/>
                </a:lnTo>
                <a:lnTo>
                  <a:pt x="1500663" y="6274472"/>
                </a:lnTo>
                <a:lnTo>
                  <a:pt x="1504804" y="6272210"/>
                </a:lnTo>
                <a:lnTo>
                  <a:pt x="1509276" y="6270581"/>
                </a:lnTo>
                <a:lnTo>
                  <a:pt x="1514028" y="6269595"/>
                </a:lnTo>
                <a:lnTo>
                  <a:pt x="1519008" y="6269264"/>
                </a:lnTo>
                <a:lnTo>
                  <a:pt x="1525289" y="6269783"/>
                </a:lnTo>
                <a:lnTo>
                  <a:pt x="1530765" y="6271251"/>
                </a:lnTo>
                <a:lnTo>
                  <a:pt x="1535471" y="6273539"/>
                </a:lnTo>
                <a:lnTo>
                  <a:pt x="1539447" y="6276516"/>
                </a:lnTo>
                <a:lnTo>
                  <a:pt x="1542728" y="6280050"/>
                </a:lnTo>
                <a:lnTo>
                  <a:pt x="1545352" y="6284012"/>
                </a:lnTo>
                <a:lnTo>
                  <a:pt x="1547356" y="6288270"/>
                </a:lnTo>
                <a:lnTo>
                  <a:pt x="1548161" y="6289574"/>
                </a:lnTo>
                <a:lnTo>
                  <a:pt x="1549322" y="6290463"/>
                </a:lnTo>
                <a:lnTo>
                  <a:pt x="1550709" y="6290865"/>
                </a:lnTo>
                <a:lnTo>
                  <a:pt x="1552192" y="6290706"/>
                </a:lnTo>
                <a:lnTo>
                  <a:pt x="1584982" y="6280499"/>
                </a:lnTo>
                <a:lnTo>
                  <a:pt x="1586395" y="6279710"/>
                </a:lnTo>
                <a:lnTo>
                  <a:pt x="1587360" y="6278461"/>
                </a:lnTo>
                <a:lnTo>
                  <a:pt x="1587797" y="6276923"/>
                </a:lnTo>
                <a:lnTo>
                  <a:pt x="1587624" y="6275269"/>
                </a:lnTo>
                <a:lnTo>
                  <a:pt x="1586087" y="6270783"/>
                </a:lnTo>
                <a:lnTo>
                  <a:pt x="1585447" y="6269264"/>
                </a:lnTo>
                <a:lnTo>
                  <a:pt x="1584229" y="6266374"/>
                </a:lnTo>
                <a:lnTo>
                  <a:pt x="1582051" y="6262066"/>
                </a:lnTo>
                <a:lnTo>
                  <a:pt x="1579553" y="6257885"/>
                </a:lnTo>
                <a:lnTo>
                  <a:pt x="1576736" y="6253856"/>
                </a:lnTo>
                <a:lnTo>
                  <a:pt x="1573599" y="6250004"/>
                </a:lnTo>
                <a:lnTo>
                  <a:pt x="1570144" y="6246355"/>
                </a:lnTo>
                <a:lnTo>
                  <a:pt x="1566370" y="6242934"/>
                </a:lnTo>
                <a:lnTo>
                  <a:pt x="1562278" y="6239766"/>
                </a:lnTo>
                <a:lnTo>
                  <a:pt x="1557868" y="6236876"/>
                </a:lnTo>
                <a:lnTo>
                  <a:pt x="1553140" y="6234289"/>
                </a:lnTo>
                <a:lnTo>
                  <a:pt x="1548095" y="6232031"/>
                </a:lnTo>
                <a:lnTo>
                  <a:pt x="1542733" y="6230128"/>
                </a:lnTo>
                <a:lnTo>
                  <a:pt x="1537054" y="6228603"/>
                </a:lnTo>
                <a:lnTo>
                  <a:pt x="1531059" y="6227483"/>
                </a:lnTo>
                <a:lnTo>
                  <a:pt x="1524748" y="6226792"/>
                </a:lnTo>
                <a:close/>
                <a:moveTo>
                  <a:pt x="1349948" y="6226556"/>
                </a:moveTo>
                <a:lnTo>
                  <a:pt x="1344301" y="6226743"/>
                </a:lnTo>
                <a:lnTo>
                  <a:pt x="1338773" y="6227298"/>
                </a:lnTo>
                <a:lnTo>
                  <a:pt x="1333377" y="6228210"/>
                </a:lnTo>
                <a:lnTo>
                  <a:pt x="1328124" y="6229471"/>
                </a:lnTo>
                <a:lnTo>
                  <a:pt x="1323028" y="6231070"/>
                </a:lnTo>
                <a:lnTo>
                  <a:pt x="1318101" y="6232998"/>
                </a:lnTo>
                <a:lnTo>
                  <a:pt x="1313353" y="6235246"/>
                </a:lnTo>
                <a:lnTo>
                  <a:pt x="1308799" y="6237803"/>
                </a:lnTo>
                <a:lnTo>
                  <a:pt x="1304450" y="6240661"/>
                </a:lnTo>
                <a:lnTo>
                  <a:pt x="1300319" y="6243809"/>
                </a:lnTo>
                <a:lnTo>
                  <a:pt x="1296416" y="6247238"/>
                </a:lnTo>
                <a:lnTo>
                  <a:pt x="1292756" y="6250938"/>
                </a:lnTo>
                <a:lnTo>
                  <a:pt x="1289350" y="6254900"/>
                </a:lnTo>
                <a:lnTo>
                  <a:pt x="1286210" y="6259113"/>
                </a:lnTo>
                <a:lnTo>
                  <a:pt x="1283349" y="6263569"/>
                </a:lnTo>
                <a:lnTo>
                  <a:pt x="1280778" y="6268258"/>
                </a:lnTo>
                <a:lnTo>
                  <a:pt x="1278511" y="6273170"/>
                </a:lnTo>
                <a:lnTo>
                  <a:pt x="1276559" y="6278296"/>
                </a:lnTo>
                <a:lnTo>
                  <a:pt x="1274934" y="6283625"/>
                </a:lnTo>
                <a:lnTo>
                  <a:pt x="1273649" y="6289148"/>
                </a:lnTo>
                <a:lnTo>
                  <a:pt x="1272716" y="6294856"/>
                </a:lnTo>
                <a:lnTo>
                  <a:pt x="1272147" y="6300739"/>
                </a:lnTo>
                <a:lnTo>
                  <a:pt x="1271955" y="6306788"/>
                </a:lnTo>
                <a:lnTo>
                  <a:pt x="1272132" y="6312589"/>
                </a:lnTo>
                <a:lnTo>
                  <a:pt x="1272655" y="6318242"/>
                </a:lnTo>
                <a:lnTo>
                  <a:pt x="1273513" y="6323737"/>
                </a:lnTo>
                <a:lnTo>
                  <a:pt x="1274696" y="6329067"/>
                </a:lnTo>
                <a:lnTo>
                  <a:pt x="1276193" y="6334221"/>
                </a:lnTo>
                <a:lnTo>
                  <a:pt x="1277993" y="6339192"/>
                </a:lnTo>
                <a:lnTo>
                  <a:pt x="1280085" y="6343971"/>
                </a:lnTo>
                <a:lnTo>
                  <a:pt x="1282459" y="6348549"/>
                </a:lnTo>
                <a:lnTo>
                  <a:pt x="1285104" y="6352916"/>
                </a:lnTo>
                <a:lnTo>
                  <a:pt x="1288009" y="6357066"/>
                </a:lnTo>
                <a:lnTo>
                  <a:pt x="1291163" y="6360988"/>
                </a:lnTo>
                <a:lnTo>
                  <a:pt x="1294555" y="6364675"/>
                </a:lnTo>
                <a:lnTo>
                  <a:pt x="1298175" y="6368116"/>
                </a:lnTo>
                <a:lnTo>
                  <a:pt x="1302013" y="6371304"/>
                </a:lnTo>
                <a:lnTo>
                  <a:pt x="1306056" y="6374230"/>
                </a:lnTo>
                <a:lnTo>
                  <a:pt x="1310295" y="6376886"/>
                </a:lnTo>
                <a:lnTo>
                  <a:pt x="1314719" y="6379261"/>
                </a:lnTo>
                <a:lnTo>
                  <a:pt x="1319316" y="6381348"/>
                </a:lnTo>
                <a:lnTo>
                  <a:pt x="1324077" y="6383138"/>
                </a:lnTo>
                <a:lnTo>
                  <a:pt x="1328989" y="6384622"/>
                </a:lnTo>
                <a:lnTo>
                  <a:pt x="1334044" y="6385792"/>
                </a:lnTo>
                <a:lnTo>
                  <a:pt x="1339229" y="6386638"/>
                </a:lnTo>
                <a:lnTo>
                  <a:pt x="1344534" y="6387152"/>
                </a:lnTo>
                <a:lnTo>
                  <a:pt x="1349948" y="6387325"/>
                </a:lnTo>
                <a:lnTo>
                  <a:pt x="1355397" y="6387152"/>
                </a:lnTo>
                <a:lnTo>
                  <a:pt x="1360730" y="6386638"/>
                </a:lnTo>
                <a:lnTo>
                  <a:pt x="1365938" y="6385792"/>
                </a:lnTo>
                <a:lnTo>
                  <a:pt x="1371010" y="6384622"/>
                </a:lnTo>
                <a:lnTo>
                  <a:pt x="1375936" y="6383138"/>
                </a:lnTo>
                <a:lnTo>
                  <a:pt x="1380706" y="6381348"/>
                </a:lnTo>
                <a:lnTo>
                  <a:pt x="1385308" y="6379261"/>
                </a:lnTo>
                <a:lnTo>
                  <a:pt x="1389734" y="6376886"/>
                </a:lnTo>
                <a:lnTo>
                  <a:pt x="1393971" y="6374230"/>
                </a:lnTo>
                <a:lnTo>
                  <a:pt x="1398010" y="6371304"/>
                </a:lnTo>
                <a:lnTo>
                  <a:pt x="1401841" y="6368116"/>
                </a:lnTo>
                <a:lnTo>
                  <a:pt x="1405453" y="6364675"/>
                </a:lnTo>
                <a:lnTo>
                  <a:pt x="1408836" y="6360988"/>
                </a:lnTo>
                <a:lnTo>
                  <a:pt x="1411979" y="6357066"/>
                </a:lnTo>
                <a:lnTo>
                  <a:pt x="1414872" y="6352916"/>
                </a:lnTo>
                <a:lnTo>
                  <a:pt x="1417504" y="6348549"/>
                </a:lnTo>
                <a:lnTo>
                  <a:pt x="1419533" y="6344617"/>
                </a:lnTo>
                <a:lnTo>
                  <a:pt x="1421947" y="6339192"/>
                </a:lnTo>
                <a:lnTo>
                  <a:pt x="1423736" y="6334221"/>
                </a:lnTo>
                <a:lnTo>
                  <a:pt x="1425223" y="6329067"/>
                </a:lnTo>
                <a:lnTo>
                  <a:pt x="1426398" y="6323737"/>
                </a:lnTo>
                <a:lnTo>
                  <a:pt x="1427249" y="6318242"/>
                </a:lnTo>
                <a:lnTo>
                  <a:pt x="1427768" y="6312589"/>
                </a:lnTo>
                <a:lnTo>
                  <a:pt x="1427943" y="6306788"/>
                </a:lnTo>
                <a:lnTo>
                  <a:pt x="1427753" y="6300739"/>
                </a:lnTo>
                <a:lnTo>
                  <a:pt x="1427188" y="6294856"/>
                </a:lnTo>
                <a:lnTo>
                  <a:pt x="1426262" y="6289148"/>
                </a:lnTo>
                <a:lnTo>
                  <a:pt x="1424986" y="6283625"/>
                </a:lnTo>
                <a:lnTo>
                  <a:pt x="1423372" y="6278296"/>
                </a:lnTo>
                <a:lnTo>
                  <a:pt x="1421432" y="6273170"/>
                </a:lnTo>
                <a:lnTo>
                  <a:pt x="1419639" y="6269264"/>
                </a:lnTo>
                <a:lnTo>
                  <a:pt x="1419177" y="6268258"/>
                </a:lnTo>
                <a:lnTo>
                  <a:pt x="1416619" y="6263569"/>
                </a:lnTo>
                <a:lnTo>
                  <a:pt x="1413770" y="6259113"/>
                </a:lnTo>
                <a:lnTo>
                  <a:pt x="1410643" y="6254900"/>
                </a:lnTo>
                <a:lnTo>
                  <a:pt x="1407247" y="6250938"/>
                </a:lnTo>
                <a:lnTo>
                  <a:pt x="1403597" y="6247238"/>
                </a:lnTo>
                <a:lnTo>
                  <a:pt x="1399702" y="6243809"/>
                </a:lnTo>
                <a:lnTo>
                  <a:pt x="1395576" y="6240661"/>
                </a:lnTo>
                <a:lnTo>
                  <a:pt x="1391230" y="6237803"/>
                </a:lnTo>
                <a:lnTo>
                  <a:pt x="1386675" y="6235246"/>
                </a:lnTo>
                <a:lnTo>
                  <a:pt x="1381923" y="6232998"/>
                </a:lnTo>
                <a:lnTo>
                  <a:pt x="1376987" y="6231070"/>
                </a:lnTo>
                <a:lnTo>
                  <a:pt x="1371878" y="6229471"/>
                </a:lnTo>
                <a:lnTo>
                  <a:pt x="1366608" y="6228210"/>
                </a:lnTo>
                <a:lnTo>
                  <a:pt x="1361188" y="6227298"/>
                </a:lnTo>
                <a:lnTo>
                  <a:pt x="1355631" y="6226743"/>
                </a:lnTo>
                <a:close/>
                <a:moveTo>
                  <a:pt x="782044" y="6166457"/>
                </a:moveTo>
                <a:lnTo>
                  <a:pt x="780496" y="6166780"/>
                </a:lnTo>
                <a:lnTo>
                  <a:pt x="779232" y="6167660"/>
                </a:lnTo>
                <a:lnTo>
                  <a:pt x="778380" y="6168966"/>
                </a:lnTo>
                <a:lnTo>
                  <a:pt x="778067" y="6170564"/>
                </a:lnTo>
                <a:lnTo>
                  <a:pt x="778067" y="6378643"/>
                </a:lnTo>
                <a:lnTo>
                  <a:pt x="778380" y="6380242"/>
                </a:lnTo>
                <a:lnTo>
                  <a:pt x="779232" y="6381547"/>
                </a:lnTo>
                <a:lnTo>
                  <a:pt x="780496" y="6382427"/>
                </a:lnTo>
                <a:lnTo>
                  <a:pt x="782044" y="6382750"/>
                </a:lnTo>
                <a:lnTo>
                  <a:pt x="907033" y="6382750"/>
                </a:lnTo>
                <a:lnTo>
                  <a:pt x="908581" y="6382427"/>
                </a:lnTo>
                <a:lnTo>
                  <a:pt x="909845" y="6381547"/>
                </a:lnTo>
                <a:lnTo>
                  <a:pt x="910697" y="6380242"/>
                </a:lnTo>
                <a:lnTo>
                  <a:pt x="911010" y="6378643"/>
                </a:lnTo>
                <a:lnTo>
                  <a:pt x="911010" y="6341097"/>
                </a:lnTo>
                <a:lnTo>
                  <a:pt x="908581" y="6337313"/>
                </a:lnTo>
                <a:lnTo>
                  <a:pt x="828722" y="6336990"/>
                </a:lnTo>
                <a:lnTo>
                  <a:pt x="827174" y="6336667"/>
                </a:lnTo>
                <a:lnTo>
                  <a:pt x="825910" y="6335787"/>
                </a:lnTo>
                <a:lnTo>
                  <a:pt x="825057" y="6334481"/>
                </a:lnTo>
                <a:lnTo>
                  <a:pt x="824744" y="6332883"/>
                </a:lnTo>
                <a:lnTo>
                  <a:pt x="824744" y="6299607"/>
                </a:lnTo>
                <a:lnTo>
                  <a:pt x="825057" y="6298009"/>
                </a:lnTo>
                <a:lnTo>
                  <a:pt x="825910" y="6296703"/>
                </a:lnTo>
                <a:lnTo>
                  <a:pt x="827174" y="6295823"/>
                </a:lnTo>
                <a:lnTo>
                  <a:pt x="828722" y="6295500"/>
                </a:lnTo>
                <a:lnTo>
                  <a:pt x="898759" y="6295500"/>
                </a:lnTo>
                <a:lnTo>
                  <a:pt x="900308" y="6295178"/>
                </a:lnTo>
                <a:lnTo>
                  <a:pt x="901572" y="6294298"/>
                </a:lnTo>
                <a:lnTo>
                  <a:pt x="902425" y="6292992"/>
                </a:lnTo>
                <a:lnTo>
                  <a:pt x="902738" y="6291393"/>
                </a:lnTo>
                <a:lnTo>
                  <a:pt x="902738" y="6257204"/>
                </a:lnTo>
                <a:lnTo>
                  <a:pt x="902425" y="6255605"/>
                </a:lnTo>
                <a:lnTo>
                  <a:pt x="901572" y="6254300"/>
                </a:lnTo>
                <a:lnTo>
                  <a:pt x="900308" y="6253419"/>
                </a:lnTo>
                <a:lnTo>
                  <a:pt x="898759" y="6253097"/>
                </a:lnTo>
                <a:lnTo>
                  <a:pt x="828722" y="6253097"/>
                </a:lnTo>
                <a:lnTo>
                  <a:pt x="827174" y="6252774"/>
                </a:lnTo>
                <a:lnTo>
                  <a:pt x="825910" y="6251894"/>
                </a:lnTo>
                <a:lnTo>
                  <a:pt x="825057" y="6250589"/>
                </a:lnTo>
                <a:lnTo>
                  <a:pt x="824744" y="6248990"/>
                </a:lnTo>
                <a:lnTo>
                  <a:pt x="824744" y="6216020"/>
                </a:lnTo>
                <a:lnTo>
                  <a:pt x="825057" y="6214421"/>
                </a:lnTo>
                <a:lnTo>
                  <a:pt x="825910" y="6213116"/>
                </a:lnTo>
                <a:lnTo>
                  <a:pt x="827174" y="6212236"/>
                </a:lnTo>
                <a:lnTo>
                  <a:pt x="828722" y="6211913"/>
                </a:lnTo>
                <a:lnTo>
                  <a:pt x="906737" y="6211913"/>
                </a:lnTo>
                <a:lnTo>
                  <a:pt x="908285" y="6211590"/>
                </a:lnTo>
                <a:lnTo>
                  <a:pt x="909549" y="6210710"/>
                </a:lnTo>
                <a:lnTo>
                  <a:pt x="910401" y="6209405"/>
                </a:lnTo>
                <a:lnTo>
                  <a:pt x="910714" y="6207806"/>
                </a:lnTo>
                <a:lnTo>
                  <a:pt x="910714" y="6170564"/>
                </a:lnTo>
                <a:lnTo>
                  <a:pt x="910401" y="6168966"/>
                </a:lnTo>
                <a:lnTo>
                  <a:pt x="909549" y="6167660"/>
                </a:lnTo>
                <a:lnTo>
                  <a:pt x="908285" y="6166780"/>
                </a:lnTo>
                <a:lnTo>
                  <a:pt x="906737" y="6166457"/>
                </a:lnTo>
                <a:close/>
                <a:moveTo>
                  <a:pt x="1124613" y="6157611"/>
                </a:moveTo>
                <a:lnTo>
                  <a:pt x="1119425" y="6158165"/>
                </a:lnTo>
                <a:lnTo>
                  <a:pt x="1114569" y="6159751"/>
                </a:lnTo>
                <a:lnTo>
                  <a:pt x="1110156" y="6162260"/>
                </a:lnTo>
                <a:lnTo>
                  <a:pt x="1106297" y="6165581"/>
                </a:lnTo>
                <a:lnTo>
                  <a:pt x="1103103" y="6169602"/>
                </a:lnTo>
                <a:lnTo>
                  <a:pt x="1100684" y="6174213"/>
                </a:lnTo>
                <a:lnTo>
                  <a:pt x="1099151" y="6179304"/>
                </a:lnTo>
                <a:lnTo>
                  <a:pt x="1098616" y="6184762"/>
                </a:lnTo>
                <a:lnTo>
                  <a:pt x="1099151" y="6190221"/>
                </a:lnTo>
                <a:lnTo>
                  <a:pt x="1100684" y="6195311"/>
                </a:lnTo>
                <a:lnTo>
                  <a:pt x="1103103" y="6199922"/>
                </a:lnTo>
                <a:lnTo>
                  <a:pt x="1106297" y="6203943"/>
                </a:lnTo>
                <a:lnTo>
                  <a:pt x="1110156" y="6207264"/>
                </a:lnTo>
                <a:lnTo>
                  <a:pt x="1114569" y="6209773"/>
                </a:lnTo>
                <a:lnTo>
                  <a:pt x="1119425" y="6211360"/>
                </a:lnTo>
                <a:lnTo>
                  <a:pt x="1124613" y="6211913"/>
                </a:lnTo>
                <a:lnTo>
                  <a:pt x="1129997" y="6211360"/>
                </a:lnTo>
                <a:lnTo>
                  <a:pt x="1135000" y="6209773"/>
                </a:lnTo>
                <a:lnTo>
                  <a:pt x="1139518" y="6207264"/>
                </a:lnTo>
                <a:lnTo>
                  <a:pt x="1143447" y="6203943"/>
                </a:lnTo>
                <a:lnTo>
                  <a:pt x="1146685" y="6199922"/>
                </a:lnTo>
                <a:lnTo>
                  <a:pt x="1149125" y="6195311"/>
                </a:lnTo>
                <a:lnTo>
                  <a:pt x="1150666" y="6190221"/>
                </a:lnTo>
                <a:lnTo>
                  <a:pt x="1151203" y="6184762"/>
                </a:lnTo>
                <a:lnTo>
                  <a:pt x="1150666" y="6179304"/>
                </a:lnTo>
                <a:lnTo>
                  <a:pt x="1149125" y="6174213"/>
                </a:lnTo>
                <a:lnTo>
                  <a:pt x="1146685" y="6169602"/>
                </a:lnTo>
                <a:lnTo>
                  <a:pt x="1143447" y="6165581"/>
                </a:lnTo>
                <a:lnTo>
                  <a:pt x="1139518" y="6162260"/>
                </a:lnTo>
                <a:lnTo>
                  <a:pt x="1135000" y="6159751"/>
                </a:lnTo>
                <a:lnTo>
                  <a:pt x="1129997" y="6158165"/>
                </a:lnTo>
                <a:close/>
                <a:moveTo>
                  <a:pt x="581250" y="6120863"/>
                </a:moveTo>
                <a:lnTo>
                  <a:pt x="575834" y="6121606"/>
                </a:lnTo>
                <a:lnTo>
                  <a:pt x="570703" y="6123833"/>
                </a:lnTo>
                <a:lnTo>
                  <a:pt x="468377" y="6185889"/>
                </a:lnTo>
                <a:lnTo>
                  <a:pt x="463977" y="6189443"/>
                </a:lnTo>
                <a:lnTo>
                  <a:pt x="460658" y="6193998"/>
                </a:lnTo>
                <a:lnTo>
                  <a:pt x="458562" y="6199295"/>
                </a:lnTo>
                <a:lnTo>
                  <a:pt x="457832" y="6205076"/>
                </a:lnTo>
                <a:lnTo>
                  <a:pt x="457832" y="6329188"/>
                </a:lnTo>
                <a:lnTo>
                  <a:pt x="458562" y="6334969"/>
                </a:lnTo>
                <a:lnTo>
                  <a:pt x="460658" y="6340266"/>
                </a:lnTo>
                <a:lnTo>
                  <a:pt x="463977" y="6344822"/>
                </a:lnTo>
                <a:lnTo>
                  <a:pt x="468378" y="6348377"/>
                </a:lnTo>
                <a:lnTo>
                  <a:pt x="570703" y="6410433"/>
                </a:lnTo>
                <a:lnTo>
                  <a:pt x="575834" y="6412659"/>
                </a:lnTo>
                <a:lnTo>
                  <a:pt x="581250" y="6413401"/>
                </a:lnTo>
                <a:lnTo>
                  <a:pt x="586665" y="6412659"/>
                </a:lnTo>
                <a:lnTo>
                  <a:pt x="591796" y="6410433"/>
                </a:lnTo>
                <a:lnTo>
                  <a:pt x="687555" y="6352359"/>
                </a:lnTo>
                <a:lnTo>
                  <a:pt x="694122" y="6348377"/>
                </a:lnTo>
                <a:lnTo>
                  <a:pt x="698523" y="6344822"/>
                </a:lnTo>
                <a:lnTo>
                  <a:pt x="701842" y="6340266"/>
                </a:lnTo>
                <a:lnTo>
                  <a:pt x="703937" y="6334969"/>
                </a:lnTo>
                <a:lnTo>
                  <a:pt x="704667" y="6329188"/>
                </a:lnTo>
                <a:lnTo>
                  <a:pt x="704667" y="6277512"/>
                </a:lnTo>
                <a:lnTo>
                  <a:pt x="581250" y="6352359"/>
                </a:lnTo>
                <a:lnTo>
                  <a:pt x="512614" y="6310735"/>
                </a:lnTo>
                <a:lnTo>
                  <a:pt x="512651" y="6225511"/>
                </a:lnTo>
                <a:lnTo>
                  <a:pt x="576185" y="6186958"/>
                </a:lnTo>
                <a:lnTo>
                  <a:pt x="578647" y="6185889"/>
                </a:lnTo>
                <a:lnTo>
                  <a:pt x="581250" y="6185532"/>
                </a:lnTo>
                <a:lnTo>
                  <a:pt x="583855" y="6185889"/>
                </a:lnTo>
                <a:lnTo>
                  <a:pt x="586321" y="6186960"/>
                </a:lnTo>
                <a:lnTo>
                  <a:pt x="649885" y="6225509"/>
                </a:lnTo>
                <a:lnTo>
                  <a:pt x="589785" y="6261958"/>
                </a:lnTo>
                <a:lnTo>
                  <a:pt x="585633" y="6263759"/>
                </a:lnTo>
                <a:lnTo>
                  <a:pt x="581250" y="6264359"/>
                </a:lnTo>
                <a:lnTo>
                  <a:pt x="576868" y="6263758"/>
                </a:lnTo>
                <a:lnTo>
                  <a:pt x="572716" y="6261956"/>
                </a:lnTo>
                <a:lnTo>
                  <a:pt x="529723" y="6235870"/>
                </a:lnTo>
                <a:lnTo>
                  <a:pt x="529693" y="6300334"/>
                </a:lnTo>
                <a:lnTo>
                  <a:pt x="581250" y="6331602"/>
                </a:lnTo>
                <a:lnTo>
                  <a:pt x="692128" y="6264359"/>
                </a:lnTo>
                <a:lnTo>
                  <a:pt x="704667" y="6256755"/>
                </a:lnTo>
                <a:lnTo>
                  <a:pt x="704667" y="6205076"/>
                </a:lnTo>
                <a:lnTo>
                  <a:pt x="703937" y="6199295"/>
                </a:lnTo>
                <a:lnTo>
                  <a:pt x="701842" y="6193998"/>
                </a:lnTo>
                <a:lnTo>
                  <a:pt x="698523" y="6189443"/>
                </a:lnTo>
                <a:lnTo>
                  <a:pt x="694122" y="6185888"/>
                </a:lnTo>
                <a:lnTo>
                  <a:pt x="693534" y="6185532"/>
                </a:lnTo>
                <a:lnTo>
                  <a:pt x="591796" y="6123833"/>
                </a:lnTo>
                <a:lnTo>
                  <a:pt x="586665" y="6121606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8579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Yellow Logo Bottom Le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88824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007893" y="6269265"/>
                </a:moveTo>
                <a:lnTo>
                  <a:pt x="1012666" y="6269568"/>
                </a:lnTo>
                <a:lnTo>
                  <a:pt x="1017275" y="6270481"/>
                </a:lnTo>
                <a:lnTo>
                  <a:pt x="1021659" y="6272007"/>
                </a:lnTo>
                <a:lnTo>
                  <a:pt x="1025757" y="6274150"/>
                </a:lnTo>
                <a:lnTo>
                  <a:pt x="1029507" y="6276915"/>
                </a:lnTo>
                <a:lnTo>
                  <a:pt x="1032848" y="6280306"/>
                </a:lnTo>
                <a:lnTo>
                  <a:pt x="1035719" y="6284326"/>
                </a:lnTo>
                <a:lnTo>
                  <a:pt x="1038059" y="6288981"/>
                </a:lnTo>
                <a:lnTo>
                  <a:pt x="1039806" y="6294273"/>
                </a:lnTo>
                <a:lnTo>
                  <a:pt x="1040899" y="6300208"/>
                </a:lnTo>
                <a:lnTo>
                  <a:pt x="1041277" y="6306788"/>
                </a:lnTo>
                <a:lnTo>
                  <a:pt x="1040899" y="6313376"/>
                </a:lnTo>
                <a:lnTo>
                  <a:pt x="1039806" y="6319330"/>
                </a:lnTo>
                <a:lnTo>
                  <a:pt x="1038059" y="6324652"/>
                </a:lnTo>
                <a:lnTo>
                  <a:pt x="1035719" y="6329342"/>
                </a:lnTo>
                <a:lnTo>
                  <a:pt x="1032848" y="6333403"/>
                </a:lnTo>
                <a:lnTo>
                  <a:pt x="1029507" y="6336835"/>
                </a:lnTo>
                <a:lnTo>
                  <a:pt x="1025757" y="6339641"/>
                </a:lnTo>
                <a:lnTo>
                  <a:pt x="1021659" y="6341820"/>
                </a:lnTo>
                <a:lnTo>
                  <a:pt x="1017275" y="6343375"/>
                </a:lnTo>
                <a:lnTo>
                  <a:pt x="1012666" y="6344307"/>
                </a:lnTo>
                <a:lnTo>
                  <a:pt x="1007893" y="6344618"/>
                </a:lnTo>
                <a:lnTo>
                  <a:pt x="1003193" y="6344300"/>
                </a:lnTo>
                <a:lnTo>
                  <a:pt x="998645" y="6343350"/>
                </a:lnTo>
                <a:lnTo>
                  <a:pt x="994309" y="6341771"/>
                </a:lnTo>
                <a:lnTo>
                  <a:pt x="990249" y="6339564"/>
                </a:lnTo>
                <a:lnTo>
                  <a:pt x="986527" y="6336732"/>
                </a:lnTo>
                <a:lnTo>
                  <a:pt x="983207" y="6333280"/>
                </a:lnTo>
                <a:lnTo>
                  <a:pt x="980349" y="6329208"/>
                </a:lnTo>
                <a:lnTo>
                  <a:pt x="978018" y="6324520"/>
                </a:lnTo>
                <a:lnTo>
                  <a:pt x="976275" y="6319219"/>
                </a:lnTo>
                <a:lnTo>
                  <a:pt x="975184" y="6313308"/>
                </a:lnTo>
                <a:lnTo>
                  <a:pt x="974806" y="6306788"/>
                </a:lnTo>
                <a:lnTo>
                  <a:pt x="975184" y="6300208"/>
                </a:lnTo>
                <a:lnTo>
                  <a:pt x="976275" y="6294273"/>
                </a:lnTo>
                <a:lnTo>
                  <a:pt x="978018" y="6288981"/>
                </a:lnTo>
                <a:lnTo>
                  <a:pt x="980349" y="6284326"/>
                </a:lnTo>
                <a:lnTo>
                  <a:pt x="983207" y="6280306"/>
                </a:lnTo>
                <a:lnTo>
                  <a:pt x="986527" y="6276915"/>
                </a:lnTo>
                <a:lnTo>
                  <a:pt x="990249" y="6274150"/>
                </a:lnTo>
                <a:lnTo>
                  <a:pt x="994309" y="6272007"/>
                </a:lnTo>
                <a:lnTo>
                  <a:pt x="998645" y="6270481"/>
                </a:lnTo>
                <a:lnTo>
                  <a:pt x="1003193" y="6269568"/>
                </a:lnTo>
                <a:close/>
                <a:moveTo>
                  <a:pt x="1349948" y="6269264"/>
                </a:moveTo>
                <a:lnTo>
                  <a:pt x="1354581" y="6269561"/>
                </a:lnTo>
                <a:lnTo>
                  <a:pt x="1359089" y="6270455"/>
                </a:lnTo>
                <a:lnTo>
                  <a:pt x="1363405" y="6271956"/>
                </a:lnTo>
                <a:lnTo>
                  <a:pt x="1367462" y="6274072"/>
                </a:lnTo>
                <a:lnTo>
                  <a:pt x="1371195" y="6276811"/>
                </a:lnTo>
                <a:lnTo>
                  <a:pt x="1374536" y="6280181"/>
                </a:lnTo>
                <a:lnTo>
                  <a:pt x="1377418" y="6284190"/>
                </a:lnTo>
                <a:lnTo>
                  <a:pt x="1379777" y="6288848"/>
                </a:lnTo>
                <a:lnTo>
                  <a:pt x="1381543" y="6294161"/>
                </a:lnTo>
                <a:lnTo>
                  <a:pt x="1382652" y="6300138"/>
                </a:lnTo>
                <a:lnTo>
                  <a:pt x="1383037" y="6306788"/>
                </a:lnTo>
                <a:lnTo>
                  <a:pt x="1382652" y="6313445"/>
                </a:lnTo>
                <a:lnTo>
                  <a:pt x="1381543" y="6319442"/>
                </a:lnTo>
                <a:lnTo>
                  <a:pt x="1379777" y="6324784"/>
                </a:lnTo>
                <a:lnTo>
                  <a:pt x="1377418" y="6329478"/>
                </a:lnTo>
                <a:lnTo>
                  <a:pt x="1374536" y="6333527"/>
                </a:lnTo>
                <a:lnTo>
                  <a:pt x="1371195" y="6336939"/>
                </a:lnTo>
                <a:lnTo>
                  <a:pt x="1367462" y="6339718"/>
                </a:lnTo>
                <a:lnTo>
                  <a:pt x="1363405" y="6341869"/>
                </a:lnTo>
                <a:lnTo>
                  <a:pt x="1359089" y="6343400"/>
                </a:lnTo>
                <a:lnTo>
                  <a:pt x="1354581" y="6344314"/>
                </a:lnTo>
                <a:lnTo>
                  <a:pt x="1349948" y="6344617"/>
                </a:lnTo>
                <a:lnTo>
                  <a:pt x="1345382" y="6344307"/>
                </a:lnTo>
                <a:lnTo>
                  <a:pt x="1340916" y="6343375"/>
                </a:lnTo>
                <a:lnTo>
                  <a:pt x="1336620" y="6341820"/>
                </a:lnTo>
                <a:lnTo>
                  <a:pt x="1332565" y="6339640"/>
                </a:lnTo>
                <a:lnTo>
                  <a:pt x="1328822" y="6336835"/>
                </a:lnTo>
                <a:lnTo>
                  <a:pt x="1325461" y="6333403"/>
                </a:lnTo>
                <a:lnTo>
                  <a:pt x="1322553" y="6329343"/>
                </a:lnTo>
                <a:lnTo>
                  <a:pt x="1320168" y="6324652"/>
                </a:lnTo>
                <a:lnTo>
                  <a:pt x="1318378" y="6319330"/>
                </a:lnTo>
                <a:lnTo>
                  <a:pt x="1317251" y="6313376"/>
                </a:lnTo>
                <a:lnTo>
                  <a:pt x="1316860" y="6306788"/>
                </a:lnTo>
                <a:lnTo>
                  <a:pt x="1317251" y="6300138"/>
                </a:lnTo>
                <a:lnTo>
                  <a:pt x="1318378" y="6294161"/>
                </a:lnTo>
                <a:lnTo>
                  <a:pt x="1320168" y="6288848"/>
                </a:lnTo>
                <a:lnTo>
                  <a:pt x="1322553" y="6284190"/>
                </a:lnTo>
                <a:lnTo>
                  <a:pt x="1325461" y="6280181"/>
                </a:lnTo>
                <a:lnTo>
                  <a:pt x="1328822" y="6276811"/>
                </a:lnTo>
                <a:lnTo>
                  <a:pt x="1332565" y="6274072"/>
                </a:lnTo>
                <a:lnTo>
                  <a:pt x="1336620" y="6271956"/>
                </a:lnTo>
                <a:lnTo>
                  <a:pt x="1340916" y="6270455"/>
                </a:lnTo>
                <a:lnTo>
                  <a:pt x="1345382" y="6269561"/>
                </a:lnTo>
                <a:close/>
                <a:moveTo>
                  <a:pt x="1106434" y="6231132"/>
                </a:moveTo>
                <a:lnTo>
                  <a:pt x="1104886" y="6231455"/>
                </a:lnTo>
                <a:lnTo>
                  <a:pt x="1103622" y="6232335"/>
                </a:lnTo>
                <a:lnTo>
                  <a:pt x="1102769" y="6233641"/>
                </a:lnTo>
                <a:lnTo>
                  <a:pt x="1102457" y="6235239"/>
                </a:lnTo>
                <a:lnTo>
                  <a:pt x="1102457" y="6378643"/>
                </a:lnTo>
                <a:lnTo>
                  <a:pt x="1102769" y="6380242"/>
                </a:lnTo>
                <a:lnTo>
                  <a:pt x="1103622" y="6381547"/>
                </a:lnTo>
                <a:lnTo>
                  <a:pt x="1104886" y="6382427"/>
                </a:lnTo>
                <a:lnTo>
                  <a:pt x="1106434" y="6382750"/>
                </a:lnTo>
                <a:lnTo>
                  <a:pt x="1143384" y="6382750"/>
                </a:lnTo>
                <a:lnTo>
                  <a:pt x="1144932" y="6382427"/>
                </a:lnTo>
                <a:lnTo>
                  <a:pt x="1146197" y="6381547"/>
                </a:lnTo>
                <a:lnTo>
                  <a:pt x="1147050" y="6380242"/>
                </a:lnTo>
                <a:lnTo>
                  <a:pt x="1147362" y="6378643"/>
                </a:lnTo>
                <a:lnTo>
                  <a:pt x="1147362" y="6235239"/>
                </a:lnTo>
                <a:lnTo>
                  <a:pt x="1147050" y="6233641"/>
                </a:lnTo>
                <a:lnTo>
                  <a:pt x="1146197" y="6232335"/>
                </a:lnTo>
                <a:lnTo>
                  <a:pt x="1144932" y="6231455"/>
                </a:lnTo>
                <a:lnTo>
                  <a:pt x="1143384" y="6231132"/>
                </a:lnTo>
                <a:close/>
                <a:moveTo>
                  <a:pt x="1254739" y="6229607"/>
                </a:moveTo>
                <a:lnTo>
                  <a:pt x="1250024" y="6229850"/>
                </a:lnTo>
                <a:lnTo>
                  <a:pt x="1244879" y="6230637"/>
                </a:lnTo>
                <a:lnTo>
                  <a:pt x="1239513" y="6232052"/>
                </a:lnTo>
                <a:lnTo>
                  <a:pt x="1234133" y="6234183"/>
                </a:lnTo>
                <a:lnTo>
                  <a:pt x="1228947" y="6237114"/>
                </a:lnTo>
                <a:lnTo>
                  <a:pt x="1224162" y="6240933"/>
                </a:lnTo>
                <a:lnTo>
                  <a:pt x="1219987" y="6245723"/>
                </a:lnTo>
                <a:lnTo>
                  <a:pt x="1216628" y="6251572"/>
                </a:lnTo>
                <a:lnTo>
                  <a:pt x="1216628" y="6235238"/>
                </a:lnTo>
                <a:lnTo>
                  <a:pt x="1216316" y="6233640"/>
                </a:lnTo>
                <a:lnTo>
                  <a:pt x="1215463" y="6232335"/>
                </a:lnTo>
                <a:lnTo>
                  <a:pt x="1214199" y="6231454"/>
                </a:lnTo>
                <a:lnTo>
                  <a:pt x="1212650" y="6231132"/>
                </a:lnTo>
                <a:lnTo>
                  <a:pt x="1177178" y="6231132"/>
                </a:lnTo>
                <a:lnTo>
                  <a:pt x="1175630" y="6231454"/>
                </a:lnTo>
                <a:lnTo>
                  <a:pt x="1174366" y="6232335"/>
                </a:lnTo>
                <a:lnTo>
                  <a:pt x="1173513" y="6233640"/>
                </a:lnTo>
                <a:lnTo>
                  <a:pt x="1173201" y="6235238"/>
                </a:lnTo>
                <a:lnTo>
                  <a:pt x="1173201" y="6378642"/>
                </a:lnTo>
                <a:lnTo>
                  <a:pt x="1173513" y="6380242"/>
                </a:lnTo>
                <a:lnTo>
                  <a:pt x="1174366" y="6381548"/>
                </a:lnTo>
                <a:lnTo>
                  <a:pt x="1175630" y="6382428"/>
                </a:lnTo>
                <a:lnTo>
                  <a:pt x="1177178" y="6382751"/>
                </a:lnTo>
                <a:lnTo>
                  <a:pt x="1214127" y="6382751"/>
                </a:lnTo>
                <a:lnTo>
                  <a:pt x="1215676" y="6382428"/>
                </a:lnTo>
                <a:lnTo>
                  <a:pt x="1216940" y="6381548"/>
                </a:lnTo>
                <a:lnTo>
                  <a:pt x="1217792" y="6380242"/>
                </a:lnTo>
                <a:lnTo>
                  <a:pt x="1218105" y="6378642"/>
                </a:lnTo>
                <a:lnTo>
                  <a:pt x="1218105" y="6316549"/>
                </a:lnTo>
                <a:lnTo>
                  <a:pt x="1218497" y="6308781"/>
                </a:lnTo>
                <a:lnTo>
                  <a:pt x="1219630" y="6301926"/>
                </a:lnTo>
                <a:lnTo>
                  <a:pt x="1221437" y="6295946"/>
                </a:lnTo>
                <a:lnTo>
                  <a:pt x="1223855" y="6290807"/>
                </a:lnTo>
                <a:lnTo>
                  <a:pt x="1226817" y="6286470"/>
                </a:lnTo>
                <a:lnTo>
                  <a:pt x="1230259" y="6282901"/>
                </a:lnTo>
                <a:lnTo>
                  <a:pt x="1234115" y="6280062"/>
                </a:lnTo>
                <a:lnTo>
                  <a:pt x="1238320" y="6277917"/>
                </a:lnTo>
                <a:lnTo>
                  <a:pt x="1242809" y="6276430"/>
                </a:lnTo>
                <a:lnTo>
                  <a:pt x="1247516" y="6275565"/>
                </a:lnTo>
                <a:lnTo>
                  <a:pt x="1252376" y="6275284"/>
                </a:lnTo>
                <a:lnTo>
                  <a:pt x="1254599" y="6275312"/>
                </a:lnTo>
                <a:lnTo>
                  <a:pt x="1256730" y="6275402"/>
                </a:lnTo>
                <a:lnTo>
                  <a:pt x="1258821" y="6275565"/>
                </a:lnTo>
                <a:lnTo>
                  <a:pt x="1260894" y="6275809"/>
                </a:lnTo>
                <a:lnTo>
                  <a:pt x="1262471" y="6275713"/>
                </a:lnTo>
                <a:lnTo>
                  <a:pt x="1263347" y="6275284"/>
                </a:lnTo>
                <a:lnTo>
                  <a:pt x="1263848" y="6275039"/>
                </a:lnTo>
                <a:lnTo>
                  <a:pt x="1264877" y="6273889"/>
                </a:lnTo>
                <a:lnTo>
                  <a:pt x="1265415" y="6272363"/>
                </a:lnTo>
                <a:lnTo>
                  <a:pt x="1268444" y="6251572"/>
                </a:lnTo>
                <a:lnTo>
                  <a:pt x="1270750" y="6235738"/>
                </a:lnTo>
                <a:lnTo>
                  <a:pt x="1270687" y="6234167"/>
                </a:lnTo>
                <a:lnTo>
                  <a:pt x="1264312" y="6230481"/>
                </a:lnTo>
                <a:lnTo>
                  <a:pt x="1257574" y="6229712"/>
                </a:lnTo>
                <a:close/>
                <a:moveTo>
                  <a:pt x="1017052" y="6227471"/>
                </a:moveTo>
                <a:lnTo>
                  <a:pt x="1010253" y="6227809"/>
                </a:lnTo>
                <a:lnTo>
                  <a:pt x="1003864" y="6228772"/>
                </a:lnTo>
                <a:lnTo>
                  <a:pt x="997926" y="6230284"/>
                </a:lnTo>
                <a:lnTo>
                  <a:pt x="992476" y="6232272"/>
                </a:lnTo>
                <a:lnTo>
                  <a:pt x="987553" y="6234658"/>
                </a:lnTo>
                <a:lnTo>
                  <a:pt x="983198" y="6237369"/>
                </a:lnTo>
                <a:lnTo>
                  <a:pt x="979447" y="6240328"/>
                </a:lnTo>
                <a:lnTo>
                  <a:pt x="973919" y="6246690"/>
                </a:lnTo>
                <a:lnTo>
                  <a:pt x="973919" y="6235238"/>
                </a:lnTo>
                <a:lnTo>
                  <a:pt x="973606" y="6233640"/>
                </a:lnTo>
                <a:lnTo>
                  <a:pt x="972754" y="6232335"/>
                </a:lnTo>
                <a:lnTo>
                  <a:pt x="971489" y="6231454"/>
                </a:lnTo>
                <a:lnTo>
                  <a:pt x="969940" y="6231132"/>
                </a:lnTo>
                <a:lnTo>
                  <a:pt x="934469" y="6231132"/>
                </a:lnTo>
                <a:lnTo>
                  <a:pt x="932920" y="6231454"/>
                </a:lnTo>
                <a:lnTo>
                  <a:pt x="931655" y="6232335"/>
                </a:lnTo>
                <a:lnTo>
                  <a:pt x="930803" y="6233640"/>
                </a:lnTo>
                <a:lnTo>
                  <a:pt x="930490" y="6235238"/>
                </a:lnTo>
                <a:lnTo>
                  <a:pt x="930490" y="6436605"/>
                </a:lnTo>
                <a:lnTo>
                  <a:pt x="930803" y="6438204"/>
                </a:lnTo>
                <a:lnTo>
                  <a:pt x="931655" y="6439509"/>
                </a:lnTo>
                <a:lnTo>
                  <a:pt x="932920" y="6440389"/>
                </a:lnTo>
                <a:lnTo>
                  <a:pt x="934469" y="6440712"/>
                </a:lnTo>
                <a:lnTo>
                  <a:pt x="971418" y="6440712"/>
                </a:lnTo>
                <a:lnTo>
                  <a:pt x="972966" y="6440389"/>
                </a:lnTo>
                <a:lnTo>
                  <a:pt x="974230" y="6439509"/>
                </a:lnTo>
                <a:lnTo>
                  <a:pt x="975083" y="6438204"/>
                </a:lnTo>
                <a:lnTo>
                  <a:pt x="975395" y="6436605"/>
                </a:lnTo>
                <a:lnTo>
                  <a:pt x="975395" y="6370853"/>
                </a:lnTo>
                <a:lnTo>
                  <a:pt x="978285" y="6373960"/>
                </a:lnTo>
                <a:lnTo>
                  <a:pt x="981835" y="6376839"/>
                </a:lnTo>
                <a:lnTo>
                  <a:pt x="986016" y="6379433"/>
                </a:lnTo>
                <a:lnTo>
                  <a:pt x="990795" y="6381683"/>
                </a:lnTo>
                <a:lnTo>
                  <a:pt x="996142" y="6383532"/>
                </a:lnTo>
                <a:lnTo>
                  <a:pt x="1002026" y="6384925"/>
                </a:lnTo>
                <a:lnTo>
                  <a:pt x="1008415" y="6385802"/>
                </a:lnTo>
                <a:lnTo>
                  <a:pt x="1015278" y="6386107"/>
                </a:lnTo>
                <a:lnTo>
                  <a:pt x="1020801" y="6385903"/>
                </a:lnTo>
                <a:lnTo>
                  <a:pt x="1026165" y="6385298"/>
                </a:lnTo>
                <a:lnTo>
                  <a:pt x="1031359" y="6384303"/>
                </a:lnTo>
                <a:lnTo>
                  <a:pt x="1036375" y="6382930"/>
                </a:lnTo>
                <a:lnTo>
                  <a:pt x="1041203" y="6381190"/>
                </a:lnTo>
                <a:lnTo>
                  <a:pt x="1045833" y="6379095"/>
                </a:lnTo>
                <a:lnTo>
                  <a:pt x="1050256" y="6376656"/>
                </a:lnTo>
                <a:lnTo>
                  <a:pt x="1054462" y="6373884"/>
                </a:lnTo>
                <a:lnTo>
                  <a:pt x="1058363" y="6370853"/>
                </a:lnTo>
                <a:lnTo>
                  <a:pt x="1062187" y="6367387"/>
                </a:lnTo>
                <a:lnTo>
                  <a:pt x="1065687" y="6363684"/>
                </a:lnTo>
                <a:lnTo>
                  <a:pt x="1068932" y="6359694"/>
                </a:lnTo>
                <a:lnTo>
                  <a:pt x="1071913" y="6355428"/>
                </a:lnTo>
                <a:lnTo>
                  <a:pt x="1074621" y="6350898"/>
                </a:lnTo>
                <a:lnTo>
                  <a:pt x="1077046" y="6346114"/>
                </a:lnTo>
                <a:lnTo>
                  <a:pt x="1077680" y="6344618"/>
                </a:lnTo>
                <a:lnTo>
                  <a:pt x="1081008" y="6335831"/>
                </a:lnTo>
                <a:lnTo>
                  <a:pt x="1082527" y="6330355"/>
                </a:lnTo>
                <a:lnTo>
                  <a:pt x="1083727" y="6324652"/>
                </a:lnTo>
                <a:lnTo>
                  <a:pt x="1084591" y="6318790"/>
                </a:lnTo>
                <a:lnTo>
                  <a:pt x="1085119" y="6312724"/>
                </a:lnTo>
                <a:lnTo>
                  <a:pt x="1085297" y="6306484"/>
                </a:lnTo>
                <a:lnTo>
                  <a:pt x="1085138" y="6300361"/>
                </a:lnTo>
                <a:lnTo>
                  <a:pt x="1084666" y="6294398"/>
                </a:lnTo>
                <a:lnTo>
                  <a:pt x="1083885" y="6288607"/>
                </a:lnTo>
                <a:lnTo>
                  <a:pt x="1082801" y="6283000"/>
                </a:lnTo>
                <a:lnTo>
                  <a:pt x="1081418" y="6277590"/>
                </a:lnTo>
                <a:lnTo>
                  <a:pt x="1079741" y="6272388"/>
                </a:lnTo>
                <a:lnTo>
                  <a:pt x="1078509" y="6269265"/>
                </a:lnTo>
                <a:lnTo>
                  <a:pt x="1077776" y="6267406"/>
                </a:lnTo>
                <a:lnTo>
                  <a:pt x="1075527" y="6262658"/>
                </a:lnTo>
                <a:lnTo>
                  <a:pt x="1072999" y="6258154"/>
                </a:lnTo>
                <a:lnTo>
                  <a:pt x="1070198" y="6253908"/>
                </a:lnTo>
                <a:lnTo>
                  <a:pt x="1067128" y="6249932"/>
                </a:lnTo>
                <a:lnTo>
                  <a:pt x="1064203" y="6246690"/>
                </a:lnTo>
                <a:lnTo>
                  <a:pt x="1060201" y="6242836"/>
                </a:lnTo>
                <a:lnTo>
                  <a:pt x="1056355" y="6239742"/>
                </a:lnTo>
                <a:lnTo>
                  <a:pt x="1052260" y="6236966"/>
                </a:lnTo>
                <a:lnTo>
                  <a:pt x="1047922" y="6234520"/>
                </a:lnTo>
                <a:lnTo>
                  <a:pt x="1043344" y="6232417"/>
                </a:lnTo>
                <a:lnTo>
                  <a:pt x="1038533" y="6230669"/>
                </a:lnTo>
                <a:lnTo>
                  <a:pt x="1033494" y="6229288"/>
                </a:lnTo>
                <a:lnTo>
                  <a:pt x="1028230" y="6228287"/>
                </a:lnTo>
                <a:lnTo>
                  <a:pt x="1022748" y="6227677"/>
                </a:lnTo>
                <a:close/>
                <a:moveTo>
                  <a:pt x="1518121" y="6226556"/>
                </a:moveTo>
                <a:lnTo>
                  <a:pt x="1512547" y="6226743"/>
                </a:lnTo>
                <a:lnTo>
                  <a:pt x="1507086" y="6227298"/>
                </a:lnTo>
                <a:lnTo>
                  <a:pt x="1501751" y="6228211"/>
                </a:lnTo>
                <a:lnTo>
                  <a:pt x="1496554" y="6229472"/>
                </a:lnTo>
                <a:lnTo>
                  <a:pt x="1491508" y="6231073"/>
                </a:lnTo>
                <a:lnTo>
                  <a:pt x="1486625" y="6233004"/>
                </a:lnTo>
                <a:lnTo>
                  <a:pt x="1481918" y="6235254"/>
                </a:lnTo>
                <a:lnTo>
                  <a:pt x="1477398" y="6237816"/>
                </a:lnTo>
                <a:lnTo>
                  <a:pt x="1473080" y="6240679"/>
                </a:lnTo>
                <a:lnTo>
                  <a:pt x="1468975" y="6243834"/>
                </a:lnTo>
                <a:lnTo>
                  <a:pt x="1465095" y="6247271"/>
                </a:lnTo>
                <a:lnTo>
                  <a:pt x="1461455" y="6250981"/>
                </a:lnTo>
                <a:lnTo>
                  <a:pt x="1458064" y="6254955"/>
                </a:lnTo>
                <a:lnTo>
                  <a:pt x="1454938" y="6259182"/>
                </a:lnTo>
                <a:lnTo>
                  <a:pt x="1452087" y="6263654"/>
                </a:lnTo>
                <a:lnTo>
                  <a:pt x="1449525" y="6268361"/>
                </a:lnTo>
                <a:lnTo>
                  <a:pt x="1447263" y="6273294"/>
                </a:lnTo>
                <a:lnTo>
                  <a:pt x="1445310" y="6278461"/>
                </a:lnTo>
                <a:lnTo>
                  <a:pt x="1443694" y="6283797"/>
                </a:lnTo>
                <a:lnTo>
                  <a:pt x="1442411" y="6289349"/>
                </a:lnTo>
                <a:lnTo>
                  <a:pt x="1441479" y="6295089"/>
                </a:lnTo>
                <a:lnTo>
                  <a:pt x="1440910" y="6301007"/>
                </a:lnTo>
                <a:lnTo>
                  <a:pt x="1440718" y="6307094"/>
                </a:lnTo>
                <a:lnTo>
                  <a:pt x="1440899" y="6312893"/>
                </a:lnTo>
                <a:lnTo>
                  <a:pt x="1441435" y="6318541"/>
                </a:lnTo>
                <a:lnTo>
                  <a:pt x="1442314" y="6324029"/>
                </a:lnTo>
                <a:lnTo>
                  <a:pt x="1443524" y="6329349"/>
                </a:lnTo>
                <a:lnTo>
                  <a:pt x="1445055" y="6334492"/>
                </a:lnTo>
                <a:lnTo>
                  <a:pt x="1446894" y="6339450"/>
                </a:lnTo>
                <a:lnTo>
                  <a:pt x="1449030" y="6344213"/>
                </a:lnTo>
                <a:lnTo>
                  <a:pt x="1451452" y="6348774"/>
                </a:lnTo>
                <a:lnTo>
                  <a:pt x="1454147" y="6353125"/>
                </a:lnTo>
                <a:lnTo>
                  <a:pt x="1457105" y="6357256"/>
                </a:lnTo>
                <a:lnTo>
                  <a:pt x="1460313" y="6361160"/>
                </a:lnTo>
                <a:lnTo>
                  <a:pt x="1463761" y="6364827"/>
                </a:lnTo>
                <a:lnTo>
                  <a:pt x="1467436" y="6368250"/>
                </a:lnTo>
                <a:lnTo>
                  <a:pt x="1471328" y="6371419"/>
                </a:lnTo>
                <a:lnTo>
                  <a:pt x="1475425" y="6374327"/>
                </a:lnTo>
                <a:lnTo>
                  <a:pt x="1479714" y="6376964"/>
                </a:lnTo>
                <a:lnTo>
                  <a:pt x="1484185" y="6379324"/>
                </a:lnTo>
                <a:lnTo>
                  <a:pt x="1488826" y="6381396"/>
                </a:lnTo>
                <a:lnTo>
                  <a:pt x="1493626" y="6383172"/>
                </a:lnTo>
                <a:lnTo>
                  <a:pt x="1498572" y="6384645"/>
                </a:lnTo>
                <a:lnTo>
                  <a:pt x="1503654" y="6385805"/>
                </a:lnTo>
                <a:lnTo>
                  <a:pt x="1508860" y="6386644"/>
                </a:lnTo>
                <a:lnTo>
                  <a:pt x="1514178" y="6387153"/>
                </a:lnTo>
                <a:lnTo>
                  <a:pt x="1519597" y="6387325"/>
                </a:lnTo>
                <a:lnTo>
                  <a:pt x="1526428" y="6387054"/>
                </a:lnTo>
                <a:lnTo>
                  <a:pt x="1532938" y="6386261"/>
                </a:lnTo>
                <a:lnTo>
                  <a:pt x="1539123" y="6384980"/>
                </a:lnTo>
                <a:lnTo>
                  <a:pt x="1544980" y="6383243"/>
                </a:lnTo>
                <a:lnTo>
                  <a:pt x="1550506" y="6381082"/>
                </a:lnTo>
                <a:lnTo>
                  <a:pt x="1555698" y="6378529"/>
                </a:lnTo>
                <a:lnTo>
                  <a:pt x="1560552" y="6375618"/>
                </a:lnTo>
                <a:lnTo>
                  <a:pt x="1565064" y="6372380"/>
                </a:lnTo>
                <a:lnTo>
                  <a:pt x="1569232" y="6368848"/>
                </a:lnTo>
                <a:lnTo>
                  <a:pt x="1573052" y="6365054"/>
                </a:lnTo>
                <a:lnTo>
                  <a:pt x="1576520" y="6361031"/>
                </a:lnTo>
                <a:lnTo>
                  <a:pt x="1579635" y="6356812"/>
                </a:lnTo>
                <a:lnTo>
                  <a:pt x="1582391" y="6352428"/>
                </a:lnTo>
                <a:lnTo>
                  <a:pt x="1584786" y="6347913"/>
                </a:lnTo>
                <a:lnTo>
                  <a:pt x="1586236" y="6344617"/>
                </a:lnTo>
                <a:lnTo>
                  <a:pt x="1586816" y="6343297"/>
                </a:lnTo>
                <a:lnTo>
                  <a:pt x="1588479" y="6338615"/>
                </a:lnTo>
                <a:lnTo>
                  <a:pt x="1588664" y="6336960"/>
                </a:lnTo>
                <a:lnTo>
                  <a:pt x="1588235" y="6335417"/>
                </a:lnTo>
                <a:lnTo>
                  <a:pt x="1587274" y="6334160"/>
                </a:lnTo>
                <a:lnTo>
                  <a:pt x="1585862" y="6333362"/>
                </a:lnTo>
                <a:lnTo>
                  <a:pt x="1553627" y="6323178"/>
                </a:lnTo>
                <a:lnTo>
                  <a:pt x="1552160" y="6323012"/>
                </a:lnTo>
                <a:lnTo>
                  <a:pt x="1550782" y="6323397"/>
                </a:lnTo>
                <a:lnTo>
                  <a:pt x="1549622" y="6324263"/>
                </a:lnTo>
                <a:lnTo>
                  <a:pt x="1548805" y="6325541"/>
                </a:lnTo>
                <a:lnTo>
                  <a:pt x="1546706" y="6329749"/>
                </a:lnTo>
                <a:lnTo>
                  <a:pt x="1543941" y="6333699"/>
                </a:lnTo>
                <a:lnTo>
                  <a:pt x="1540495" y="6337251"/>
                </a:lnTo>
                <a:lnTo>
                  <a:pt x="1536352" y="6340260"/>
                </a:lnTo>
                <a:lnTo>
                  <a:pt x="1531498" y="6342586"/>
                </a:lnTo>
                <a:lnTo>
                  <a:pt x="1525918" y="6344086"/>
                </a:lnTo>
                <a:lnTo>
                  <a:pt x="1519597" y="6344617"/>
                </a:lnTo>
                <a:lnTo>
                  <a:pt x="1514604" y="6344286"/>
                </a:lnTo>
                <a:lnTo>
                  <a:pt x="1509815" y="6343302"/>
                </a:lnTo>
                <a:lnTo>
                  <a:pt x="1505287" y="6341678"/>
                </a:lnTo>
                <a:lnTo>
                  <a:pt x="1501076" y="6339424"/>
                </a:lnTo>
                <a:lnTo>
                  <a:pt x="1497242" y="6336555"/>
                </a:lnTo>
                <a:lnTo>
                  <a:pt x="1493840" y="6333082"/>
                </a:lnTo>
                <a:lnTo>
                  <a:pt x="1490928" y="6329017"/>
                </a:lnTo>
                <a:lnTo>
                  <a:pt x="1488564" y="6324374"/>
                </a:lnTo>
                <a:lnTo>
                  <a:pt x="1486804" y="6319164"/>
                </a:lnTo>
                <a:lnTo>
                  <a:pt x="1485706" y="6313400"/>
                </a:lnTo>
                <a:lnTo>
                  <a:pt x="1485327" y="6307094"/>
                </a:lnTo>
                <a:lnTo>
                  <a:pt x="1485692" y="6300711"/>
                </a:lnTo>
                <a:lnTo>
                  <a:pt x="1486752" y="6294885"/>
                </a:lnTo>
                <a:lnTo>
                  <a:pt x="1488456" y="6289625"/>
                </a:lnTo>
                <a:lnTo>
                  <a:pt x="1490750" y="6284943"/>
                </a:lnTo>
                <a:lnTo>
                  <a:pt x="1493584" y="6280849"/>
                </a:lnTo>
                <a:lnTo>
                  <a:pt x="1496906" y="6277355"/>
                </a:lnTo>
                <a:lnTo>
                  <a:pt x="1500663" y="6274472"/>
                </a:lnTo>
                <a:lnTo>
                  <a:pt x="1504804" y="6272210"/>
                </a:lnTo>
                <a:lnTo>
                  <a:pt x="1509276" y="6270581"/>
                </a:lnTo>
                <a:lnTo>
                  <a:pt x="1514028" y="6269595"/>
                </a:lnTo>
                <a:lnTo>
                  <a:pt x="1519008" y="6269264"/>
                </a:lnTo>
                <a:lnTo>
                  <a:pt x="1525289" y="6269783"/>
                </a:lnTo>
                <a:lnTo>
                  <a:pt x="1530765" y="6271251"/>
                </a:lnTo>
                <a:lnTo>
                  <a:pt x="1535471" y="6273539"/>
                </a:lnTo>
                <a:lnTo>
                  <a:pt x="1539447" y="6276516"/>
                </a:lnTo>
                <a:lnTo>
                  <a:pt x="1542728" y="6280050"/>
                </a:lnTo>
                <a:lnTo>
                  <a:pt x="1545352" y="6284012"/>
                </a:lnTo>
                <a:lnTo>
                  <a:pt x="1547356" y="6288270"/>
                </a:lnTo>
                <a:lnTo>
                  <a:pt x="1548161" y="6289574"/>
                </a:lnTo>
                <a:lnTo>
                  <a:pt x="1549322" y="6290463"/>
                </a:lnTo>
                <a:lnTo>
                  <a:pt x="1550709" y="6290865"/>
                </a:lnTo>
                <a:lnTo>
                  <a:pt x="1552192" y="6290706"/>
                </a:lnTo>
                <a:lnTo>
                  <a:pt x="1584982" y="6280499"/>
                </a:lnTo>
                <a:lnTo>
                  <a:pt x="1586395" y="6279710"/>
                </a:lnTo>
                <a:lnTo>
                  <a:pt x="1587360" y="6278461"/>
                </a:lnTo>
                <a:lnTo>
                  <a:pt x="1587797" y="6276923"/>
                </a:lnTo>
                <a:lnTo>
                  <a:pt x="1587624" y="6275269"/>
                </a:lnTo>
                <a:lnTo>
                  <a:pt x="1586087" y="6270783"/>
                </a:lnTo>
                <a:lnTo>
                  <a:pt x="1585447" y="6269264"/>
                </a:lnTo>
                <a:lnTo>
                  <a:pt x="1584229" y="6266374"/>
                </a:lnTo>
                <a:lnTo>
                  <a:pt x="1582051" y="6262066"/>
                </a:lnTo>
                <a:lnTo>
                  <a:pt x="1579553" y="6257885"/>
                </a:lnTo>
                <a:lnTo>
                  <a:pt x="1576736" y="6253856"/>
                </a:lnTo>
                <a:lnTo>
                  <a:pt x="1573599" y="6250004"/>
                </a:lnTo>
                <a:lnTo>
                  <a:pt x="1570144" y="6246355"/>
                </a:lnTo>
                <a:lnTo>
                  <a:pt x="1566370" y="6242934"/>
                </a:lnTo>
                <a:lnTo>
                  <a:pt x="1562278" y="6239766"/>
                </a:lnTo>
                <a:lnTo>
                  <a:pt x="1557868" y="6236876"/>
                </a:lnTo>
                <a:lnTo>
                  <a:pt x="1553140" y="6234289"/>
                </a:lnTo>
                <a:lnTo>
                  <a:pt x="1548095" y="6232031"/>
                </a:lnTo>
                <a:lnTo>
                  <a:pt x="1542733" y="6230128"/>
                </a:lnTo>
                <a:lnTo>
                  <a:pt x="1537054" y="6228603"/>
                </a:lnTo>
                <a:lnTo>
                  <a:pt x="1531059" y="6227483"/>
                </a:lnTo>
                <a:lnTo>
                  <a:pt x="1524748" y="6226792"/>
                </a:lnTo>
                <a:close/>
                <a:moveTo>
                  <a:pt x="1349948" y="6226556"/>
                </a:moveTo>
                <a:lnTo>
                  <a:pt x="1344301" y="6226743"/>
                </a:lnTo>
                <a:lnTo>
                  <a:pt x="1338773" y="6227298"/>
                </a:lnTo>
                <a:lnTo>
                  <a:pt x="1333377" y="6228210"/>
                </a:lnTo>
                <a:lnTo>
                  <a:pt x="1328124" y="6229471"/>
                </a:lnTo>
                <a:lnTo>
                  <a:pt x="1323028" y="6231070"/>
                </a:lnTo>
                <a:lnTo>
                  <a:pt x="1318101" y="6232998"/>
                </a:lnTo>
                <a:lnTo>
                  <a:pt x="1313353" y="6235246"/>
                </a:lnTo>
                <a:lnTo>
                  <a:pt x="1308799" y="6237803"/>
                </a:lnTo>
                <a:lnTo>
                  <a:pt x="1304450" y="6240661"/>
                </a:lnTo>
                <a:lnTo>
                  <a:pt x="1300319" y="6243809"/>
                </a:lnTo>
                <a:lnTo>
                  <a:pt x="1296416" y="6247238"/>
                </a:lnTo>
                <a:lnTo>
                  <a:pt x="1292756" y="6250938"/>
                </a:lnTo>
                <a:lnTo>
                  <a:pt x="1289350" y="6254900"/>
                </a:lnTo>
                <a:lnTo>
                  <a:pt x="1286210" y="6259113"/>
                </a:lnTo>
                <a:lnTo>
                  <a:pt x="1283349" y="6263569"/>
                </a:lnTo>
                <a:lnTo>
                  <a:pt x="1280778" y="6268258"/>
                </a:lnTo>
                <a:lnTo>
                  <a:pt x="1278511" y="6273170"/>
                </a:lnTo>
                <a:lnTo>
                  <a:pt x="1276559" y="6278296"/>
                </a:lnTo>
                <a:lnTo>
                  <a:pt x="1274934" y="6283625"/>
                </a:lnTo>
                <a:lnTo>
                  <a:pt x="1273649" y="6289148"/>
                </a:lnTo>
                <a:lnTo>
                  <a:pt x="1272716" y="6294856"/>
                </a:lnTo>
                <a:lnTo>
                  <a:pt x="1272147" y="6300739"/>
                </a:lnTo>
                <a:lnTo>
                  <a:pt x="1271955" y="6306788"/>
                </a:lnTo>
                <a:lnTo>
                  <a:pt x="1272132" y="6312589"/>
                </a:lnTo>
                <a:lnTo>
                  <a:pt x="1272655" y="6318242"/>
                </a:lnTo>
                <a:lnTo>
                  <a:pt x="1273513" y="6323737"/>
                </a:lnTo>
                <a:lnTo>
                  <a:pt x="1274696" y="6329067"/>
                </a:lnTo>
                <a:lnTo>
                  <a:pt x="1276193" y="6334221"/>
                </a:lnTo>
                <a:lnTo>
                  <a:pt x="1277993" y="6339192"/>
                </a:lnTo>
                <a:lnTo>
                  <a:pt x="1280085" y="6343971"/>
                </a:lnTo>
                <a:lnTo>
                  <a:pt x="1282459" y="6348549"/>
                </a:lnTo>
                <a:lnTo>
                  <a:pt x="1285104" y="6352916"/>
                </a:lnTo>
                <a:lnTo>
                  <a:pt x="1288009" y="6357066"/>
                </a:lnTo>
                <a:lnTo>
                  <a:pt x="1291163" y="6360988"/>
                </a:lnTo>
                <a:lnTo>
                  <a:pt x="1294555" y="6364675"/>
                </a:lnTo>
                <a:lnTo>
                  <a:pt x="1298175" y="6368116"/>
                </a:lnTo>
                <a:lnTo>
                  <a:pt x="1302013" y="6371304"/>
                </a:lnTo>
                <a:lnTo>
                  <a:pt x="1306056" y="6374230"/>
                </a:lnTo>
                <a:lnTo>
                  <a:pt x="1310295" y="6376886"/>
                </a:lnTo>
                <a:lnTo>
                  <a:pt x="1314719" y="6379261"/>
                </a:lnTo>
                <a:lnTo>
                  <a:pt x="1319316" y="6381348"/>
                </a:lnTo>
                <a:lnTo>
                  <a:pt x="1324077" y="6383138"/>
                </a:lnTo>
                <a:lnTo>
                  <a:pt x="1328989" y="6384622"/>
                </a:lnTo>
                <a:lnTo>
                  <a:pt x="1334044" y="6385792"/>
                </a:lnTo>
                <a:lnTo>
                  <a:pt x="1339229" y="6386638"/>
                </a:lnTo>
                <a:lnTo>
                  <a:pt x="1344534" y="6387152"/>
                </a:lnTo>
                <a:lnTo>
                  <a:pt x="1349948" y="6387325"/>
                </a:lnTo>
                <a:lnTo>
                  <a:pt x="1355397" y="6387152"/>
                </a:lnTo>
                <a:lnTo>
                  <a:pt x="1360730" y="6386638"/>
                </a:lnTo>
                <a:lnTo>
                  <a:pt x="1365938" y="6385792"/>
                </a:lnTo>
                <a:lnTo>
                  <a:pt x="1371010" y="6384622"/>
                </a:lnTo>
                <a:lnTo>
                  <a:pt x="1375936" y="6383138"/>
                </a:lnTo>
                <a:lnTo>
                  <a:pt x="1380706" y="6381348"/>
                </a:lnTo>
                <a:lnTo>
                  <a:pt x="1385308" y="6379261"/>
                </a:lnTo>
                <a:lnTo>
                  <a:pt x="1389734" y="6376886"/>
                </a:lnTo>
                <a:lnTo>
                  <a:pt x="1393971" y="6374230"/>
                </a:lnTo>
                <a:lnTo>
                  <a:pt x="1398010" y="6371304"/>
                </a:lnTo>
                <a:lnTo>
                  <a:pt x="1401841" y="6368116"/>
                </a:lnTo>
                <a:lnTo>
                  <a:pt x="1405453" y="6364675"/>
                </a:lnTo>
                <a:lnTo>
                  <a:pt x="1408836" y="6360988"/>
                </a:lnTo>
                <a:lnTo>
                  <a:pt x="1411979" y="6357066"/>
                </a:lnTo>
                <a:lnTo>
                  <a:pt x="1414872" y="6352916"/>
                </a:lnTo>
                <a:lnTo>
                  <a:pt x="1417504" y="6348549"/>
                </a:lnTo>
                <a:lnTo>
                  <a:pt x="1419533" y="6344617"/>
                </a:lnTo>
                <a:lnTo>
                  <a:pt x="1421947" y="6339192"/>
                </a:lnTo>
                <a:lnTo>
                  <a:pt x="1423736" y="6334221"/>
                </a:lnTo>
                <a:lnTo>
                  <a:pt x="1425223" y="6329067"/>
                </a:lnTo>
                <a:lnTo>
                  <a:pt x="1426398" y="6323737"/>
                </a:lnTo>
                <a:lnTo>
                  <a:pt x="1427249" y="6318242"/>
                </a:lnTo>
                <a:lnTo>
                  <a:pt x="1427768" y="6312589"/>
                </a:lnTo>
                <a:lnTo>
                  <a:pt x="1427943" y="6306788"/>
                </a:lnTo>
                <a:lnTo>
                  <a:pt x="1427753" y="6300739"/>
                </a:lnTo>
                <a:lnTo>
                  <a:pt x="1427188" y="6294856"/>
                </a:lnTo>
                <a:lnTo>
                  <a:pt x="1426262" y="6289148"/>
                </a:lnTo>
                <a:lnTo>
                  <a:pt x="1424986" y="6283625"/>
                </a:lnTo>
                <a:lnTo>
                  <a:pt x="1423372" y="6278296"/>
                </a:lnTo>
                <a:lnTo>
                  <a:pt x="1421432" y="6273170"/>
                </a:lnTo>
                <a:lnTo>
                  <a:pt x="1419639" y="6269264"/>
                </a:lnTo>
                <a:lnTo>
                  <a:pt x="1419177" y="6268258"/>
                </a:lnTo>
                <a:lnTo>
                  <a:pt x="1416619" y="6263569"/>
                </a:lnTo>
                <a:lnTo>
                  <a:pt x="1413770" y="6259113"/>
                </a:lnTo>
                <a:lnTo>
                  <a:pt x="1410643" y="6254900"/>
                </a:lnTo>
                <a:lnTo>
                  <a:pt x="1407247" y="6250938"/>
                </a:lnTo>
                <a:lnTo>
                  <a:pt x="1403597" y="6247238"/>
                </a:lnTo>
                <a:lnTo>
                  <a:pt x="1399702" y="6243809"/>
                </a:lnTo>
                <a:lnTo>
                  <a:pt x="1395576" y="6240661"/>
                </a:lnTo>
                <a:lnTo>
                  <a:pt x="1391230" y="6237803"/>
                </a:lnTo>
                <a:lnTo>
                  <a:pt x="1386675" y="6235246"/>
                </a:lnTo>
                <a:lnTo>
                  <a:pt x="1381923" y="6232998"/>
                </a:lnTo>
                <a:lnTo>
                  <a:pt x="1376987" y="6231070"/>
                </a:lnTo>
                <a:lnTo>
                  <a:pt x="1371878" y="6229471"/>
                </a:lnTo>
                <a:lnTo>
                  <a:pt x="1366608" y="6228210"/>
                </a:lnTo>
                <a:lnTo>
                  <a:pt x="1361188" y="6227298"/>
                </a:lnTo>
                <a:lnTo>
                  <a:pt x="1355631" y="6226743"/>
                </a:lnTo>
                <a:close/>
                <a:moveTo>
                  <a:pt x="782044" y="6166457"/>
                </a:moveTo>
                <a:lnTo>
                  <a:pt x="780496" y="6166780"/>
                </a:lnTo>
                <a:lnTo>
                  <a:pt x="779232" y="6167660"/>
                </a:lnTo>
                <a:lnTo>
                  <a:pt x="778380" y="6168966"/>
                </a:lnTo>
                <a:lnTo>
                  <a:pt x="778067" y="6170564"/>
                </a:lnTo>
                <a:lnTo>
                  <a:pt x="778067" y="6378643"/>
                </a:lnTo>
                <a:lnTo>
                  <a:pt x="778380" y="6380242"/>
                </a:lnTo>
                <a:lnTo>
                  <a:pt x="779232" y="6381547"/>
                </a:lnTo>
                <a:lnTo>
                  <a:pt x="780496" y="6382427"/>
                </a:lnTo>
                <a:lnTo>
                  <a:pt x="782044" y="6382750"/>
                </a:lnTo>
                <a:lnTo>
                  <a:pt x="907033" y="6382750"/>
                </a:lnTo>
                <a:lnTo>
                  <a:pt x="908581" y="6382427"/>
                </a:lnTo>
                <a:lnTo>
                  <a:pt x="909845" y="6381547"/>
                </a:lnTo>
                <a:lnTo>
                  <a:pt x="910697" y="6380242"/>
                </a:lnTo>
                <a:lnTo>
                  <a:pt x="911010" y="6378643"/>
                </a:lnTo>
                <a:lnTo>
                  <a:pt x="911010" y="6341097"/>
                </a:lnTo>
                <a:lnTo>
                  <a:pt x="908581" y="6337313"/>
                </a:lnTo>
                <a:lnTo>
                  <a:pt x="828722" y="6336990"/>
                </a:lnTo>
                <a:lnTo>
                  <a:pt x="827174" y="6336667"/>
                </a:lnTo>
                <a:lnTo>
                  <a:pt x="825910" y="6335787"/>
                </a:lnTo>
                <a:lnTo>
                  <a:pt x="825057" y="6334481"/>
                </a:lnTo>
                <a:lnTo>
                  <a:pt x="824744" y="6332883"/>
                </a:lnTo>
                <a:lnTo>
                  <a:pt x="824744" y="6299607"/>
                </a:lnTo>
                <a:lnTo>
                  <a:pt x="825057" y="6298009"/>
                </a:lnTo>
                <a:lnTo>
                  <a:pt x="825910" y="6296703"/>
                </a:lnTo>
                <a:lnTo>
                  <a:pt x="827174" y="6295823"/>
                </a:lnTo>
                <a:lnTo>
                  <a:pt x="828722" y="6295500"/>
                </a:lnTo>
                <a:lnTo>
                  <a:pt x="898759" y="6295500"/>
                </a:lnTo>
                <a:lnTo>
                  <a:pt x="900308" y="6295178"/>
                </a:lnTo>
                <a:lnTo>
                  <a:pt x="901572" y="6294298"/>
                </a:lnTo>
                <a:lnTo>
                  <a:pt x="902425" y="6292992"/>
                </a:lnTo>
                <a:lnTo>
                  <a:pt x="902738" y="6291393"/>
                </a:lnTo>
                <a:lnTo>
                  <a:pt x="902738" y="6257204"/>
                </a:lnTo>
                <a:lnTo>
                  <a:pt x="902425" y="6255605"/>
                </a:lnTo>
                <a:lnTo>
                  <a:pt x="901572" y="6254300"/>
                </a:lnTo>
                <a:lnTo>
                  <a:pt x="900308" y="6253419"/>
                </a:lnTo>
                <a:lnTo>
                  <a:pt x="898759" y="6253097"/>
                </a:lnTo>
                <a:lnTo>
                  <a:pt x="828722" y="6253097"/>
                </a:lnTo>
                <a:lnTo>
                  <a:pt x="827174" y="6252774"/>
                </a:lnTo>
                <a:lnTo>
                  <a:pt x="825910" y="6251894"/>
                </a:lnTo>
                <a:lnTo>
                  <a:pt x="825057" y="6250589"/>
                </a:lnTo>
                <a:lnTo>
                  <a:pt x="824744" y="6248990"/>
                </a:lnTo>
                <a:lnTo>
                  <a:pt x="824744" y="6216020"/>
                </a:lnTo>
                <a:lnTo>
                  <a:pt x="825057" y="6214421"/>
                </a:lnTo>
                <a:lnTo>
                  <a:pt x="825910" y="6213116"/>
                </a:lnTo>
                <a:lnTo>
                  <a:pt x="827174" y="6212236"/>
                </a:lnTo>
                <a:lnTo>
                  <a:pt x="828722" y="6211913"/>
                </a:lnTo>
                <a:lnTo>
                  <a:pt x="906737" y="6211913"/>
                </a:lnTo>
                <a:lnTo>
                  <a:pt x="908285" y="6211590"/>
                </a:lnTo>
                <a:lnTo>
                  <a:pt x="909549" y="6210710"/>
                </a:lnTo>
                <a:lnTo>
                  <a:pt x="910401" y="6209405"/>
                </a:lnTo>
                <a:lnTo>
                  <a:pt x="910714" y="6207806"/>
                </a:lnTo>
                <a:lnTo>
                  <a:pt x="910714" y="6170564"/>
                </a:lnTo>
                <a:lnTo>
                  <a:pt x="910401" y="6168966"/>
                </a:lnTo>
                <a:lnTo>
                  <a:pt x="909549" y="6167660"/>
                </a:lnTo>
                <a:lnTo>
                  <a:pt x="908285" y="6166780"/>
                </a:lnTo>
                <a:lnTo>
                  <a:pt x="906737" y="6166457"/>
                </a:lnTo>
                <a:close/>
                <a:moveTo>
                  <a:pt x="1124613" y="6157611"/>
                </a:moveTo>
                <a:lnTo>
                  <a:pt x="1119425" y="6158165"/>
                </a:lnTo>
                <a:lnTo>
                  <a:pt x="1114569" y="6159751"/>
                </a:lnTo>
                <a:lnTo>
                  <a:pt x="1110156" y="6162260"/>
                </a:lnTo>
                <a:lnTo>
                  <a:pt x="1106297" y="6165581"/>
                </a:lnTo>
                <a:lnTo>
                  <a:pt x="1103103" y="6169602"/>
                </a:lnTo>
                <a:lnTo>
                  <a:pt x="1100684" y="6174213"/>
                </a:lnTo>
                <a:lnTo>
                  <a:pt x="1099151" y="6179304"/>
                </a:lnTo>
                <a:lnTo>
                  <a:pt x="1098616" y="6184762"/>
                </a:lnTo>
                <a:lnTo>
                  <a:pt x="1099151" y="6190221"/>
                </a:lnTo>
                <a:lnTo>
                  <a:pt x="1100684" y="6195311"/>
                </a:lnTo>
                <a:lnTo>
                  <a:pt x="1103103" y="6199922"/>
                </a:lnTo>
                <a:lnTo>
                  <a:pt x="1106297" y="6203943"/>
                </a:lnTo>
                <a:lnTo>
                  <a:pt x="1110156" y="6207264"/>
                </a:lnTo>
                <a:lnTo>
                  <a:pt x="1114569" y="6209773"/>
                </a:lnTo>
                <a:lnTo>
                  <a:pt x="1119425" y="6211360"/>
                </a:lnTo>
                <a:lnTo>
                  <a:pt x="1124613" y="6211913"/>
                </a:lnTo>
                <a:lnTo>
                  <a:pt x="1129997" y="6211360"/>
                </a:lnTo>
                <a:lnTo>
                  <a:pt x="1135000" y="6209773"/>
                </a:lnTo>
                <a:lnTo>
                  <a:pt x="1139518" y="6207264"/>
                </a:lnTo>
                <a:lnTo>
                  <a:pt x="1143447" y="6203943"/>
                </a:lnTo>
                <a:lnTo>
                  <a:pt x="1146685" y="6199922"/>
                </a:lnTo>
                <a:lnTo>
                  <a:pt x="1149125" y="6195311"/>
                </a:lnTo>
                <a:lnTo>
                  <a:pt x="1150666" y="6190221"/>
                </a:lnTo>
                <a:lnTo>
                  <a:pt x="1151203" y="6184762"/>
                </a:lnTo>
                <a:lnTo>
                  <a:pt x="1150666" y="6179304"/>
                </a:lnTo>
                <a:lnTo>
                  <a:pt x="1149125" y="6174213"/>
                </a:lnTo>
                <a:lnTo>
                  <a:pt x="1146685" y="6169602"/>
                </a:lnTo>
                <a:lnTo>
                  <a:pt x="1143447" y="6165581"/>
                </a:lnTo>
                <a:lnTo>
                  <a:pt x="1139518" y="6162260"/>
                </a:lnTo>
                <a:lnTo>
                  <a:pt x="1135000" y="6159751"/>
                </a:lnTo>
                <a:lnTo>
                  <a:pt x="1129997" y="6158165"/>
                </a:lnTo>
                <a:close/>
                <a:moveTo>
                  <a:pt x="581250" y="6120863"/>
                </a:moveTo>
                <a:lnTo>
                  <a:pt x="575834" y="6121606"/>
                </a:lnTo>
                <a:lnTo>
                  <a:pt x="570703" y="6123833"/>
                </a:lnTo>
                <a:lnTo>
                  <a:pt x="468377" y="6185889"/>
                </a:lnTo>
                <a:lnTo>
                  <a:pt x="463977" y="6189443"/>
                </a:lnTo>
                <a:lnTo>
                  <a:pt x="460658" y="6193998"/>
                </a:lnTo>
                <a:lnTo>
                  <a:pt x="458562" y="6199295"/>
                </a:lnTo>
                <a:lnTo>
                  <a:pt x="457832" y="6205076"/>
                </a:lnTo>
                <a:lnTo>
                  <a:pt x="457832" y="6329188"/>
                </a:lnTo>
                <a:lnTo>
                  <a:pt x="458562" y="6334969"/>
                </a:lnTo>
                <a:lnTo>
                  <a:pt x="460658" y="6340266"/>
                </a:lnTo>
                <a:lnTo>
                  <a:pt x="463977" y="6344822"/>
                </a:lnTo>
                <a:lnTo>
                  <a:pt x="468378" y="6348377"/>
                </a:lnTo>
                <a:lnTo>
                  <a:pt x="570703" y="6410433"/>
                </a:lnTo>
                <a:lnTo>
                  <a:pt x="575834" y="6412659"/>
                </a:lnTo>
                <a:lnTo>
                  <a:pt x="581250" y="6413401"/>
                </a:lnTo>
                <a:lnTo>
                  <a:pt x="586665" y="6412659"/>
                </a:lnTo>
                <a:lnTo>
                  <a:pt x="591796" y="6410433"/>
                </a:lnTo>
                <a:lnTo>
                  <a:pt x="687555" y="6352359"/>
                </a:lnTo>
                <a:lnTo>
                  <a:pt x="694122" y="6348377"/>
                </a:lnTo>
                <a:lnTo>
                  <a:pt x="698523" y="6344822"/>
                </a:lnTo>
                <a:lnTo>
                  <a:pt x="701842" y="6340266"/>
                </a:lnTo>
                <a:lnTo>
                  <a:pt x="703937" y="6334969"/>
                </a:lnTo>
                <a:lnTo>
                  <a:pt x="704667" y="6329188"/>
                </a:lnTo>
                <a:lnTo>
                  <a:pt x="704667" y="6277512"/>
                </a:lnTo>
                <a:lnTo>
                  <a:pt x="581250" y="6352359"/>
                </a:lnTo>
                <a:lnTo>
                  <a:pt x="512614" y="6310735"/>
                </a:lnTo>
                <a:lnTo>
                  <a:pt x="512651" y="6225511"/>
                </a:lnTo>
                <a:lnTo>
                  <a:pt x="576185" y="6186958"/>
                </a:lnTo>
                <a:lnTo>
                  <a:pt x="578647" y="6185889"/>
                </a:lnTo>
                <a:lnTo>
                  <a:pt x="581250" y="6185532"/>
                </a:lnTo>
                <a:lnTo>
                  <a:pt x="583855" y="6185889"/>
                </a:lnTo>
                <a:lnTo>
                  <a:pt x="586321" y="6186960"/>
                </a:lnTo>
                <a:lnTo>
                  <a:pt x="649885" y="6225509"/>
                </a:lnTo>
                <a:lnTo>
                  <a:pt x="589785" y="6261958"/>
                </a:lnTo>
                <a:lnTo>
                  <a:pt x="585633" y="6263759"/>
                </a:lnTo>
                <a:lnTo>
                  <a:pt x="581250" y="6264359"/>
                </a:lnTo>
                <a:lnTo>
                  <a:pt x="576868" y="6263758"/>
                </a:lnTo>
                <a:lnTo>
                  <a:pt x="572716" y="6261956"/>
                </a:lnTo>
                <a:lnTo>
                  <a:pt x="529723" y="6235870"/>
                </a:lnTo>
                <a:lnTo>
                  <a:pt x="529693" y="6300334"/>
                </a:lnTo>
                <a:lnTo>
                  <a:pt x="581250" y="6331602"/>
                </a:lnTo>
                <a:lnTo>
                  <a:pt x="692128" y="6264359"/>
                </a:lnTo>
                <a:lnTo>
                  <a:pt x="704667" y="6256755"/>
                </a:lnTo>
                <a:lnTo>
                  <a:pt x="704667" y="6205076"/>
                </a:lnTo>
                <a:lnTo>
                  <a:pt x="703937" y="6199295"/>
                </a:lnTo>
                <a:lnTo>
                  <a:pt x="701842" y="6193998"/>
                </a:lnTo>
                <a:lnTo>
                  <a:pt x="698523" y="6189443"/>
                </a:lnTo>
                <a:lnTo>
                  <a:pt x="694122" y="6185888"/>
                </a:lnTo>
                <a:lnTo>
                  <a:pt x="693534" y="6185532"/>
                </a:lnTo>
                <a:lnTo>
                  <a:pt x="591796" y="6123833"/>
                </a:lnTo>
                <a:lnTo>
                  <a:pt x="586665" y="6121606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White Log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88824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1521444" y="506220"/>
                </a:moveTo>
                <a:lnTo>
                  <a:pt x="11526077" y="506516"/>
                </a:lnTo>
                <a:lnTo>
                  <a:pt x="11530585" y="507411"/>
                </a:lnTo>
                <a:lnTo>
                  <a:pt x="11534901" y="508912"/>
                </a:lnTo>
                <a:lnTo>
                  <a:pt x="11538958" y="511028"/>
                </a:lnTo>
                <a:lnTo>
                  <a:pt x="11542691" y="513767"/>
                </a:lnTo>
                <a:lnTo>
                  <a:pt x="11546032" y="517137"/>
                </a:lnTo>
                <a:lnTo>
                  <a:pt x="11548914" y="521146"/>
                </a:lnTo>
                <a:lnTo>
                  <a:pt x="11551273" y="525804"/>
                </a:lnTo>
                <a:lnTo>
                  <a:pt x="11553039" y="531116"/>
                </a:lnTo>
                <a:lnTo>
                  <a:pt x="11554148" y="537094"/>
                </a:lnTo>
                <a:lnTo>
                  <a:pt x="11554533" y="543744"/>
                </a:lnTo>
                <a:lnTo>
                  <a:pt x="11554148" y="550401"/>
                </a:lnTo>
                <a:lnTo>
                  <a:pt x="11553039" y="556398"/>
                </a:lnTo>
                <a:lnTo>
                  <a:pt x="11551273" y="561740"/>
                </a:lnTo>
                <a:lnTo>
                  <a:pt x="11548914" y="566433"/>
                </a:lnTo>
                <a:lnTo>
                  <a:pt x="11546032" y="570483"/>
                </a:lnTo>
                <a:lnTo>
                  <a:pt x="11542691" y="573895"/>
                </a:lnTo>
                <a:lnTo>
                  <a:pt x="11538958" y="576673"/>
                </a:lnTo>
                <a:lnTo>
                  <a:pt x="11534901" y="578825"/>
                </a:lnTo>
                <a:lnTo>
                  <a:pt x="11530585" y="580355"/>
                </a:lnTo>
                <a:lnTo>
                  <a:pt x="11526077" y="581269"/>
                </a:lnTo>
                <a:lnTo>
                  <a:pt x="11521444" y="581573"/>
                </a:lnTo>
                <a:lnTo>
                  <a:pt x="11516878" y="581262"/>
                </a:lnTo>
                <a:lnTo>
                  <a:pt x="11512412" y="580331"/>
                </a:lnTo>
                <a:lnTo>
                  <a:pt x="11508116" y="578776"/>
                </a:lnTo>
                <a:lnTo>
                  <a:pt x="11504061" y="576596"/>
                </a:lnTo>
                <a:lnTo>
                  <a:pt x="11500318" y="573791"/>
                </a:lnTo>
                <a:lnTo>
                  <a:pt x="11496957" y="570359"/>
                </a:lnTo>
                <a:lnTo>
                  <a:pt x="11494049" y="566298"/>
                </a:lnTo>
                <a:lnTo>
                  <a:pt x="11491664" y="561608"/>
                </a:lnTo>
                <a:lnTo>
                  <a:pt x="11489874" y="556286"/>
                </a:lnTo>
                <a:lnTo>
                  <a:pt x="11488747" y="550332"/>
                </a:lnTo>
                <a:lnTo>
                  <a:pt x="11488356" y="543744"/>
                </a:lnTo>
                <a:lnTo>
                  <a:pt x="11488747" y="537094"/>
                </a:lnTo>
                <a:lnTo>
                  <a:pt x="11489874" y="531116"/>
                </a:lnTo>
                <a:lnTo>
                  <a:pt x="11491664" y="525804"/>
                </a:lnTo>
                <a:lnTo>
                  <a:pt x="11494049" y="521146"/>
                </a:lnTo>
                <a:lnTo>
                  <a:pt x="11496957" y="517137"/>
                </a:lnTo>
                <a:lnTo>
                  <a:pt x="11500318" y="513767"/>
                </a:lnTo>
                <a:lnTo>
                  <a:pt x="11504061" y="511028"/>
                </a:lnTo>
                <a:lnTo>
                  <a:pt x="11508116" y="508912"/>
                </a:lnTo>
                <a:lnTo>
                  <a:pt x="11512412" y="507411"/>
                </a:lnTo>
                <a:lnTo>
                  <a:pt x="11516878" y="506516"/>
                </a:lnTo>
                <a:close/>
                <a:moveTo>
                  <a:pt x="11176214" y="503046"/>
                </a:moveTo>
                <a:lnTo>
                  <a:pt x="11180986" y="503349"/>
                </a:lnTo>
                <a:lnTo>
                  <a:pt x="11185596" y="504262"/>
                </a:lnTo>
                <a:lnTo>
                  <a:pt x="11189980" y="505787"/>
                </a:lnTo>
                <a:lnTo>
                  <a:pt x="11194077" y="507931"/>
                </a:lnTo>
                <a:lnTo>
                  <a:pt x="11197827" y="510696"/>
                </a:lnTo>
                <a:lnTo>
                  <a:pt x="11201169" y="514087"/>
                </a:lnTo>
                <a:lnTo>
                  <a:pt x="11204040" y="518107"/>
                </a:lnTo>
                <a:lnTo>
                  <a:pt x="11206380" y="522761"/>
                </a:lnTo>
                <a:lnTo>
                  <a:pt x="11208127" y="528054"/>
                </a:lnTo>
                <a:lnTo>
                  <a:pt x="11209220" y="533988"/>
                </a:lnTo>
                <a:lnTo>
                  <a:pt x="11209598" y="540569"/>
                </a:lnTo>
                <a:lnTo>
                  <a:pt x="11209220" y="547157"/>
                </a:lnTo>
                <a:lnTo>
                  <a:pt x="11208127" y="553111"/>
                </a:lnTo>
                <a:lnTo>
                  <a:pt x="11206380" y="558433"/>
                </a:lnTo>
                <a:lnTo>
                  <a:pt x="11204040" y="563123"/>
                </a:lnTo>
                <a:lnTo>
                  <a:pt x="11201169" y="567184"/>
                </a:lnTo>
                <a:lnTo>
                  <a:pt x="11197827" y="570616"/>
                </a:lnTo>
                <a:lnTo>
                  <a:pt x="11194077" y="573421"/>
                </a:lnTo>
                <a:lnTo>
                  <a:pt x="11189980" y="575601"/>
                </a:lnTo>
                <a:lnTo>
                  <a:pt x="11185596" y="577156"/>
                </a:lnTo>
                <a:lnTo>
                  <a:pt x="11180986" y="578088"/>
                </a:lnTo>
                <a:lnTo>
                  <a:pt x="11176214" y="578398"/>
                </a:lnTo>
                <a:lnTo>
                  <a:pt x="11171514" y="578081"/>
                </a:lnTo>
                <a:lnTo>
                  <a:pt x="11166966" y="577131"/>
                </a:lnTo>
                <a:lnTo>
                  <a:pt x="11162630" y="575551"/>
                </a:lnTo>
                <a:lnTo>
                  <a:pt x="11158570" y="573345"/>
                </a:lnTo>
                <a:lnTo>
                  <a:pt x="11154848" y="570513"/>
                </a:lnTo>
                <a:lnTo>
                  <a:pt x="11151528" y="567060"/>
                </a:lnTo>
                <a:lnTo>
                  <a:pt x="11148670" y="562989"/>
                </a:lnTo>
                <a:lnTo>
                  <a:pt x="11146339" y="558301"/>
                </a:lnTo>
                <a:lnTo>
                  <a:pt x="11144596" y="553000"/>
                </a:lnTo>
                <a:lnTo>
                  <a:pt x="11143505" y="547088"/>
                </a:lnTo>
                <a:lnTo>
                  <a:pt x="11143127" y="540569"/>
                </a:lnTo>
                <a:lnTo>
                  <a:pt x="11143505" y="533988"/>
                </a:lnTo>
                <a:lnTo>
                  <a:pt x="11144596" y="528054"/>
                </a:lnTo>
                <a:lnTo>
                  <a:pt x="11146339" y="522761"/>
                </a:lnTo>
                <a:lnTo>
                  <a:pt x="11148670" y="518107"/>
                </a:lnTo>
                <a:lnTo>
                  <a:pt x="11151528" y="514087"/>
                </a:lnTo>
                <a:lnTo>
                  <a:pt x="11154848" y="510696"/>
                </a:lnTo>
                <a:lnTo>
                  <a:pt x="11158570" y="507931"/>
                </a:lnTo>
                <a:lnTo>
                  <a:pt x="11162630" y="505787"/>
                </a:lnTo>
                <a:lnTo>
                  <a:pt x="11166966" y="504262"/>
                </a:lnTo>
                <a:lnTo>
                  <a:pt x="11171514" y="503349"/>
                </a:lnTo>
                <a:close/>
                <a:moveTo>
                  <a:pt x="11277930" y="468088"/>
                </a:moveTo>
                <a:lnTo>
                  <a:pt x="11276382" y="468411"/>
                </a:lnTo>
                <a:lnTo>
                  <a:pt x="11275118" y="469291"/>
                </a:lnTo>
                <a:lnTo>
                  <a:pt x="11274265" y="470596"/>
                </a:lnTo>
                <a:lnTo>
                  <a:pt x="11273953" y="472195"/>
                </a:lnTo>
                <a:lnTo>
                  <a:pt x="11273953" y="615599"/>
                </a:lnTo>
                <a:lnTo>
                  <a:pt x="11274265" y="617198"/>
                </a:lnTo>
                <a:lnTo>
                  <a:pt x="11275118" y="618503"/>
                </a:lnTo>
                <a:lnTo>
                  <a:pt x="11276382" y="619383"/>
                </a:lnTo>
                <a:lnTo>
                  <a:pt x="11277930" y="619706"/>
                </a:lnTo>
                <a:lnTo>
                  <a:pt x="11314879" y="619706"/>
                </a:lnTo>
                <a:lnTo>
                  <a:pt x="11316428" y="619383"/>
                </a:lnTo>
                <a:lnTo>
                  <a:pt x="11317693" y="618503"/>
                </a:lnTo>
                <a:lnTo>
                  <a:pt x="11318546" y="617198"/>
                </a:lnTo>
                <a:lnTo>
                  <a:pt x="11318858" y="615599"/>
                </a:lnTo>
                <a:lnTo>
                  <a:pt x="11318858" y="472195"/>
                </a:lnTo>
                <a:lnTo>
                  <a:pt x="11318546" y="470596"/>
                </a:lnTo>
                <a:lnTo>
                  <a:pt x="11317693" y="469291"/>
                </a:lnTo>
                <a:lnTo>
                  <a:pt x="11316428" y="468411"/>
                </a:lnTo>
                <a:lnTo>
                  <a:pt x="11314879" y="468088"/>
                </a:lnTo>
                <a:close/>
                <a:moveTo>
                  <a:pt x="11426235" y="466563"/>
                </a:moveTo>
                <a:lnTo>
                  <a:pt x="11421520" y="466806"/>
                </a:lnTo>
                <a:lnTo>
                  <a:pt x="11416375" y="467592"/>
                </a:lnTo>
                <a:lnTo>
                  <a:pt x="11411009" y="469008"/>
                </a:lnTo>
                <a:lnTo>
                  <a:pt x="11405629" y="471139"/>
                </a:lnTo>
                <a:lnTo>
                  <a:pt x="11400443" y="474070"/>
                </a:lnTo>
                <a:lnTo>
                  <a:pt x="11395658" y="477888"/>
                </a:lnTo>
                <a:lnTo>
                  <a:pt x="11391483" y="482679"/>
                </a:lnTo>
                <a:lnTo>
                  <a:pt x="11388125" y="488528"/>
                </a:lnTo>
                <a:lnTo>
                  <a:pt x="11388125" y="472194"/>
                </a:lnTo>
                <a:lnTo>
                  <a:pt x="11387812" y="470596"/>
                </a:lnTo>
                <a:lnTo>
                  <a:pt x="11386959" y="469290"/>
                </a:lnTo>
                <a:lnTo>
                  <a:pt x="11385695" y="468410"/>
                </a:lnTo>
                <a:lnTo>
                  <a:pt x="11384146" y="468087"/>
                </a:lnTo>
                <a:lnTo>
                  <a:pt x="11348674" y="468087"/>
                </a:lnTo>
                <a:lnTo>
                  <a:pt x="11347126" y="468410"/>
                </a:lnTo>
                <a:lnTo>
                  <a:pt x="11345861" y="469290"/>
                </a:lnTo>
                <a:lnTo>
                  <a:pt x="11345009" y="470596"/>
                </a:lnTo>
                <a:lnTo>
                  <a:pt x="11344697" y="472194"/>
                </a:lnTo>
                <a:lnTo>
                  <a:pt x="11344697" y="615598"/>
                </a:lnTo>
                <a:lnTo>
                  <a:pt x="11345009" y="617197"/>
                </a:lnTo>
                <a:lnTo>
                  <a:pt x="11345861" y="618503"/>
                </a:lnTo>
                <a:lnTo>
                  <a:pt x="11347126" y="619384"/>
                </a:lnTo>
                <a:lnTo>
                  <a:pt x="11348674" y="619707"/>
                </a:lnTo>
                <a:lnTo>
                  <a:pt x="11385624" y="619707"/>
                </a:lnTo>
                <a:lnTo>
                  <a:pt x="11387172" y="619384"/>
                </a:lnTo>
                <a:lnTo>
                  <a:pt x="11388436" y="618503"/>
                </a:lnTo>
                <a:lnTo>
                  <a:pt x="11389288" y="617197"/>
                </a:lnTo>
                <a:lnTo>
                  <a:pt x="11389601" y="615598"/>
                </a:lnTo>
                <a:lnTo>
                  <a:pt x="11389601" y="553505"/>
                </a:lnTo>
                <a:lnTo>
                  <a:pt x="11389993" y="545737"/>
                </a:lnTo>
                <a:lnTo>
                  <a:pt x="11391125" y="538881"/>
                </a:lnTo>
                <a:lnTo>
                  <a:pt x="11392933" y="532902"/>
                </a:lnTo>
                <a:lnTo>
                  <a:pt x="11395351" y="527762"/>
                </a:lnTo>
                <a:lnTo>
                  <a:pt x="11398313" y="523426"/>
                </a:lnTo>
                <a:lnTo>
                  <a:pt x="11401755" y="519856"/>
                </a:lnTo>
                <a:lnTo>
                  <a:pt x="11405611" y="517018"/>
                </a:lnTo>
                <a:lnTo>
                  <a:pt x="11409816" y="514873"/>
                </a:lnTo>
                <a:lnTo>
                  <a:pt x="11414305" y="513386"/>
                </a:lnTo>
                <a:lnTo>
                  <a:pt x="11419012" y="512521"/>
                </a:lnTo>
                <a:lnTo>
                  <a:pt x="11423872" y="512240"/>
                </a:lnTo>
                <a:lnTo>
                  <a:pt x="11426095" y="512268"/>
                </a:lnTo>
                <a:lnTo>
                  <a:pt x="11428226" y="512358"/>
                </a:lnTo>
                <a:lnTo>
                  <a:pt x="11430317" y="512521"/>
                </a:lnTo>
                <a:lnTo>
                  <a:pt x="11432390" y="512765"/>
                </a:lnTo>
                <a:lnTo>
                  <a:pt x="11433968" y="512669"/>
                </a:lnTo>
                <a:lnTo>
                  <a:pt x="11434843" y="512240"/>
                </a:lnTo>
                <a:lnTo>
                  <a:pt x="11435343" y="511995"/>
                </a:lnTo>
                <a:lnTo>
                  <a:pt x="11436373" y="510845"/>
                </a:lnTo>
                <a:lnTo>
                  <a:pt x="11436911" y="509319"/>
                </a:lnTo>
                <a:lnTo>
                  <a:pt x="11439940" y="488528"/>
                </a:lnTo>
                <a:lnTo>
                  <a:pt x="11442246" y="472693"/>
                </a:lnTo>
                <a:lnTo>
                  <a:pt x="11442183" y="471123"/>
                </a:lnTo>
                <a:lnTo>
                  <a:pt x="11435808" y="467437"/>
                </a:lnTo>
                <a:lnTo>
                  <a:pt x="11429070" y="466668"/>
                </a:lnTo>
                <a:close/>
                <a:moveTo>
                  <a:pt x="11692792" y="463512"/>
                </a:moveTo>
                <a:lnTo>
                  <a:pt x="11687218" y="463699"/>
                </a:lnTo>
                <a:lnTo>
                  <a:pt x="11681757" y="464254"/>
                </a:lnTo>
                <a:lnTo>
                  <a:pt x="11676422" y="465167"/>
                </a:lnTo>
                <a:lnTo>
                  <a:pt x="11671225" y="466428"/>
                </a:lnTo>
                <a:lnTo>
                  <a:pt x="11666179" y="468029"/>
                </a:lnTo>
                <a:lnTo>
                  <a:pt x="11661296" y="469959"/>
                </a:lnTo>
                <a:lnTo>
                  <a:pt x="11656589" y="472210"/>
                </a:lnTo>
                <a:lnTo>
                  <a:pt x="11652069" y="474772"/>
                </a:lnTo>
                <a:lnTo>
                  <a:pt x="11647751" y="477635"/>
                </a:lnTo>
                <a:lnTo>
                  <a:pt x="11643646" y="480790"/>
                </a:lnTo>
                <a:lnTo>
                  <a:pt x="11639767" y="484227"/>
                </a:lnTo>
                <a:lnTo>
                  <a:pt x="11636126" y="487937"/>
                </a:lnTo>
                <a:lnTo>
                  <a:pt x="11632735" y="491911"/>
                </a:lnTo>
                <a:lnTo>
                  <a:pt x="11629609" y="496138"/>
                </a:lnTo>
                <a:lnTo>
                  <a:pt x="11626758" y="500610"/>
                </a:lnTo>
                <a:lnTo>
                  <a:pt x="11624196" y="505317"/>
                </a:lnTo>
                <a:lnTo>
                  <a:pt x="11621934" y="510249"/>
                </a:lnTo>
                <a:lnTo>
                  <a:pt x="11619981" y="515417"/>
                </a:lnTo>
                <a:lnTo>
                  <a:pt x="11618365" y="520753"/>
                </a:lnTo>
                <a:lnTo>
                  <a:pt x="11617082" y="526305"/>
                </a:lnTo>
                <a:lnTo>
                  <a:pt x="11616150" y="532045"/>
                </a:lnTo>
                <a:lnTo>
                  <a:pt x="11615581" y="537963"/>
                </a:lnTo>
                <a:lnTo>
                  <a:pt x="11615389" y="544049"/>
                </a:lnTo>
                <a:lnTo>
                  <a:pt x="11615570" y="549849"/>
                </a:lnTo>
                <a:lnTo>
                  <a:pt x="11616106" y="555497"/>
                </a:lnTo>
                <a:lnTo>
                  <a:pt x="11616985" y="560985"/>
                </a:lnTo>
                <a:lnTo>
                  <a:pt x="11618195" y="566305"/>
                </a:lnTo>
                <a:lnTo>
                  <a:pt x="11619726" y="571448"/>
                </a:lnTo>
                <a:lnTo>
                  <a:pt x="11621565" y="576405"/>
                </a:lnTo>
                <a:lnTo>
                  <a:pt x="11623701" y="581169"/>
                </a:lnTo>
                <a:lnTo>
                  <a:pt x="11626123" y="585730"/>
                </a:lnTo>
                <a:lnTo>
                  <a:pt x="11628818" y="590081"/>
                </a:lnTo>
                <a:lnTo>
                  <a:pt x="11631776" y="594212"/>
                </a:lnTo>
                <a:lnTo>
                  <a:pt x="11634984" y="598115"/>
                </a:lnTo>
                <a:lnTo>
                  <a:pt x="11638432" y="601783"/>
                </a:lnTo>
                <a:lnTo>
                  <a:pt x="11642108" y="605205"/>
                </a:lnTo>
                <a:lnTo>
                  <a:pt x="11645999" y="608375"/>
                </a:lnTo>
                <a:lnTo>
                  <a:pt x="11650096" y="611283"/>
                </a:lnTo>
                <a:lnTo>
                  <a:pt x="11654385" y="613920"/>
                </a:lnTo>
                <a:lnTo>
                  <a:pt x="11658856" y="616279"/>
                </a:lnTo>
                <a:lnTo>
                  <a:pt x="11663497" y="618351"/>
                </a:lnTo>
                <a:lnTo>
                  <a:pt x="11668297" y="620128"/>
                </a:lnTo>
                <a:lnTo>
                  <a:pt x="11673243" y="621600"/>
                </a:lnTo>
                <a:lnTo>
                  <a:pt x="11678325" y="622761"/>
                </a:lnTo>
                <a:lnTo>
                  <a:pt x="11683531" y="623599"/>
                </a:lnTo>
                <a:lnTo>
                  <a:pt x="11688849" y="624109"/>
                </a:lnTo>
                <a:lnTo>
                  <a:pt x="11694268" y="624281"/>
                </a:lnTo>
                <a:lnTo>
                  <a:pt x="11701099" y="624010"/>
                </a:lnTo>
                <a:lnTo>
                  <a:pt x="11707609" y="623217"/>
                </a:lnTo>
                <a:lnTo>
                  <a:pt x="11713794" y="621936"/>
                </a:lnTo>
                <a:lnTo>
                  <a:pt x="11719651" y="620198"/>
                </a:lnTo>
                <a:lnTo>
                  <a:pt x="11725177" y="618037"/>
                </a:lnTo>
                <a:lnTo>
                  <a:pt x="11730369" y="615485"/>
                </a:lnTo>
                <a:lnTo>
                  <a:pt x="11735222" y="612573"/>
                </a:lnTo>
                <a:lnTo>
                  <a:pt x="11739735" y="609335"/>
                </a:lnTo>
                <a:lnTo>
                  <a:pt x="11743903" y="605803"/>
                </a:lnTo>
                <a:lnTo>
                  <a:pt x="11747723" y="602010"/>
                </a:lnTo>
                <a:lnTo>
                  <a:pt x="11751191" y="597987"/>
                </a:lnTo>
                <a:lnTo>
                  <a:pt x="11754306" y="593768"/>
                </a:lnTo>
                <a:lnTo>
                  <a:pt x="11757062" y="589384"/>
                </a:lnTo>
                <a:lnTo>
                  <a:pt x="11759457" y="584868"/>
                </a:lnTo>
                <a:lnTo>
                  <a:pt x="11760907" y="581573"/>
                </a:lnTo>
                <a:lnTo>
                  <a:pt x="11761487" y="580253"/>
                </a:lnTo>
                <a:lnTo>
                  <a:pt x="11763150" y="575571"/>
                </a:lnTo>
                <a:lnTo>
                  <a:pt x="11763335" y="573916"/>
                </a:lnTo>
                <a:lnTo>
                  <a:pt x="11762906" y="572373"/>
                </a:lnTo>
                <a:lnTo>
                  <a:pt x="11761945" y="571115"/>
                </a:lnTo>
                <a:lnTo>
                  <a:pt x="11760533" y="570318"/>
                </a:lnTo>
                <a:lnTo>
                  <a:pt x="11728298" y="560134"/>
                </a:lnTo>
                <a:lnTo>
                  <a:pt x="11726830" y="559968"/>
                </a:lnTo>
                <a:lnTo>
                  <a:pt x="11725453" y="560353"/>
                </a:lnTo>
                <a:lnTo>
                  <a:pt x="11724293" y="561219"/>
                </a:lnTo>
                <a:lnTo>
                  <a:pt x="11723476" y="562496"/>
                </a:lnTo>
                <a:lnTo>
                  <a:pt x="11721377" y="566704"/>
                </a:lnTo>
                <a:lnTo>
                  <a:pt x="11718612" y="570655"/>
                </a:lnTo>
                <a:lnTo>
                  <a:pt x="11715165" y="574206"/>
                </a:lnTo>
                <a:lnTo>
                  <a:pt x="11711023" y="577216"/>
                </a:lnTo>
                <a:lnTo>
                  <a:pt x="11706169" y="579542"/>
                </a:lnTo>
                <a:lnTo>
                  <a:pt x="11700589" y="581041"/>
                </a:lnTo>
                <a:lnTo>
                  <a:pt x="11694268" y="581573"/>
                </a:lnTo>
                <a:lnTo>
                  <a:pt x="11689275" y="581242"/>
                </a:lnTo>
                <a:lnTo>
                  <a:pt x="11684486" y="580258"/>
                </a:lnTo>
                <a:lnTo>
                  <a:pt x="11679957" y="578633"/>
                </a:lnTo>
                <a:lnTo>
                  <a:pt x="11675747" y="576380"/>
                </a:lnTo>
                <a:lnTo>
                  <a:pt x="11671913" y="573511"/>
                </a:lnTo>
                <a:lnTo>
                  <a:pt x="11668511" y="570038"/>
                </a:lnTo>
                <a:lnTo>
                  <a:pt x="11665599" y="565973"/>
                </a:lnTo>
                <a:lnTo>
                  <a:pt x="11663235" y="561330"/>
                </a:lnTo>
                <a:lnTo>
                  <a:pt x="11661475" y="556120"/>
                </a:lnTo>
                <a:lnTo>
                  <a:pt x="11660377" y="550355"/>
                </a:lnTo>
                <a:lnTo>
                  <a:pt x="11659998" y="544049"/>
                </a:lnTo>
                <a:lnTo>
                  <a:pt x="11660363" y="537667"/>
                </a:lnTo>
                <a:lnTo>
                  <a:pt x="11661423" y="531841"/>
                </a:lnTo>
                <a:lnTo>
                  <a:pt x="11663127" y="526581"/>
                </a:lnTo>
                <a:lnTo>
                  <a:pt x="11665421" y="521899"/>
                </a:lnTo>
                <a:lnTo>
                  <a:pt x="11668255" y="517805"/>
                </a:lnTo>
                <a:lnTo>
                  <a:pt x="11671577" y="514311"/>
                </a:lnTo>
                <a:lnTo>
                  <a:pt x="11675334" y="511427"/>
                </a:lnTo>
                <a:lnTo>
                  <a:pt x="11679474" y="509166"/>
                </a:lnTo>
                <a:lnTo>
                  <a:pt x="11683947" y="507537"/>
                </a:lnTo>
                <a:lnTo>
                  <a:pt x="11688699" y="506551"/>
                </a:lnTo>
                <a:lnTo>
                  <a:pt x="11693679" y="506220"/>
                </a:lnTo>
                <a:lnTo>
                  <a:pt x="11699960" y="506739"/>
                </a:lnTo>
                <a:lnTo>
                  <a:pt x="11705435" y="508207"/>
                </a:lnTo>
                <a:lnTo>
                  <a:pt x="11710142" y="510495"/>
                </a:lnTo>
                <a:lnTo>
                  <a:pt x="11714118" y="513472"/>
                </a:lnTo>
                <a:lnTo>
                  <a:pt x="11717399" y="517006"/>
                </a:lnTo>
                <a:lnTo>
                  <a:pt x="11720023" y="520968"/>
                </a:lnTo>
                <a:lnTo>
                  <a:pt x="11722027" y="525226"/>
                </a:lnTo>
                <a:lnTo>
                  <a:pt x="11722832" y="526530"/>
                </a:lnTo>
                <a:lnTo>
                  <a:pt x="11723993" y="527419"/>
                </a:lnTo>
                <a:lnTo>
                  <a:pt x="11725380" y="527821"/>
                </a:lnTo>
                <a:lnTo>
                  <a:pt x="11726863" y="527662"/>
                </a:lnTo>
                <a:lnTo>
                  <a:pt x="11759653" y="517454"/>
                </a:lnTo>
                <a:lnTo>
                  <a:pt x="11761066" y="516666"/>
                </a:lnTo>
                <a:lnTo>
                  <a:pt x="11762031" y="515417"/>
                </a:lnTo>
                <a:lnTo>
                  <a:pt x="11762468" y="513879"/>
                </a:lnTo>
                <a:lnTo>
                  <a:pt x="11762295" y="512225"/>
                </a:lnTo>
                <a:lnTo>
                  <a:pt x="11760758" y="507739"/>
                </a:lnTo>
                <a:lnTo>
                  <a:pt x="11760118" y="506220"/>
                </a:lnTo>
                <a:lnTo>
                  <a:pt x="11758900" y="503329"/>
                </a:lnTo>
                <a:lnTo>
                  <a:pt x="11756722" y="499021"/>
                </a:lnTo>
                <a:lnTo>
                  <a:pt x="11754224" y="494840"/>
                </a:lnTo>
                <a:lnTo>
                  <a:pt x="11751407" y="490811"/>
                </a:lnTo>
                <a:lnTo>
                  <a:pt x="11748270" y="486960"/>
                </a:lnTo>
                <a:lnTo>
                  <a:pt x="11744815" y="483311"/>
                </a:lnTo>
                <a:lnTo>
                  <a:pt x="11741041" y="479890"/>
                </a:lnTo>
                <a:lnTo>
                  <a:pt x="11736949" y="476722"/>
                </a:lnTo>
                <a:lnTo>
                  <a:pt x="11732539" y="473831"/>
                </a:lnTo>
                <a:lnTo>
                  <a:pt x="11727811" y="471245"/>
                </a:lnTo>
                <a:lnTo>
                  <a:pt x="11722766" y="468987"/>
                </a:lnTo>
                <a:lnTo>
                  <a:pt x="11717404" y="467083"/>
                </a:lnTo>
                <a:lnTo>
                  <a:pt x="11711725" y="465559"/>
                </a:lnTo>
                <a:lnTo>
                  <a:pt x="11705730" y="464438"/>
                </a:lnTo>
                <a:lnTo>
                  <a:pt x="11699419" y="463748"/>
                </a:lnTo>
                <a:close/>
                <a:moveTo>
                  <a:pt x="11521444" y="463512"/>
                </a:moveTo>
                <a:lnTo>
                  <a:pt x="11515797" y="463699"/>
                </a:lnTo>
                <a:lnTo>
                  <a:pt x="11510269" y="464254"/>
                </a:lnTo>
                <a:lnTo>
                  <a:pt x="11504873" y="465166"/>
                </a:lnTo>
                <a:lnTo>
                  <a:pt x="11499620" y="466426"/>
                </a:lnTo>
                <a:lnTo>
                  <a:pt x="11494524" y="468026"/>
                </a:lnTo>
                <a:lnTo>
                  <a:pt x="11489596" y="469954"/>
                </a:lnTo>
                <a:lnTo>
                  <a:pt x="11484849" y="472202"/>
                </a:lnTo>
                <a:lnTo>
                  <a:pt x="11480295" y="474759"/>
                </a:lnTo>
                <a:lnTo>
                  <a:pt x="11475946" y="477617"/>
                </a:lnTo>
                <a:lnTo>
                  <a:pt x="11471814" y="480765"/>
                </a:lnTo>
                <a:lnTo>
                  <a:pt x="11467912" y="484194"/>
                </a:lnTo>
                <a:lnTo>
                  <a:pt x="11464252" y="487894"/>
                </a:lnTo>
                <a:lnTo>
                  <a:pt x="11460846" y="491855"/>
                </a:lnTo>
                <a:lnTo>
                  <a:pt x="11457706" y="496069"/>
                </a:lnTo>
                <a:lnTo>
                  <a:pt x="11454845" y="500525"/>
                </a:lnTo>
                <a:lnTo>
                  <a:pt x="11452274" y="505214"/>
                </a:lnTo>
                <a:lnTo>
                  <a:pt x="11450007" y="510126"/>
                </a:lnTo>
                <a:lnTo>
                  <a:pt x="11448055" y="515251"/>
                </a:lnTo>
                <a:lnTo>
                  <a:pt x="11446430" y="520581"/>
                </a:lnTo>
                <a:lnTo>
                  <a:pt x="11445145" y="526104"/>
                </a:lnTo>
                <a:lnTo>
                  <a:pt x="11444212" y="531812"/>
                </a:lnTo>
                <a:lnTo>
                  <a:pt x="11443643" y="537695"/>
                </a:lnTo>
                <a:lnTo>
                  <a:pt x="11443451" y="543744"/>
                </a:lnTo>
                <a:lnTo>
                  <a:pt x="11443628" y="549545"/>
                </a:lnTo>
                <a:lnTo>
                  <a:pt x="11444150" y="555198"/>
                </a:lnTo>
                <a:lnTo>
                  <a:pt x="11445009" y="560693"/>
                </a:lnTo>
                <a:lnTo>
                  <a:pt x="11446192" y="566022"/>
                </a:lnTo>
                <a:lnTo>
                  <a:pt x="11447689" y="571177"/>
                </a:lnTo>
                <a:lnTo>
                  <a:pt x="11449489" y="576148"/>
                </a:lnTo>
                <a:lnTo>
                  <a:pt x="11451581" y="580927"/>
                </a:lnTo>
                <a:lnTo>
                  <a:pt x="11453955" y="585504"/>
                </a:lnTo>
                <a:lnTo>
                  <a:pt x="11456600" y="589872"/>
                </a:lnTo>
                <a:lnTo>
                  <a:pt x="11459505" y="594022"/>
                </a:lnTo>
                <a:lnTo>
                  <a:pt x="11462659" y="597944"/>
                </a:lnTo>
                <a:lnTo>
                  <a:pt x="11466051" y="601630"/>
                </a:lnTo>
                <a:lnTo>
                  <a:pt x="11469672" y="605072"/>
                </a:lnTo>
                <a:lnTo>
                  <a:pt x="11473509" y="608260"/>
                </a:lnTo>
                <a:lnTo>
                  <a:pt x="11477552" y="611186"/>
                </a:lnTo>
                <a:lnTo>
                  <a:pt x="11481791" y="613841"/>
                </a:lnTo>
                <a:lnTo>
                  <a:pt x="11486215" y="616217"/>
                </a:lnTo>
                <a:lnTo>
                  <a:pt x="11490812" y="618304"/>
                </a:lnTo>
                <a:lnTo>
                  <a:pt x="11495572" y="620094"/>
                </a:lnTo>
                <a:lnTo>
                  <a:pt x="11500485" y="621578"/>
                </a:lnTo>
                <a:lnTo>
                  <a:pt x="11505540" y="622747"/>
                </a:lnTo>
                <a:lnTo>
                  <a:pt x="11510725" y="623594"/>
                </a:lnTo>
                <a:lnTo>
                  <a:pt x="11516030" y="624108"/>
                </a:lnTo>
                <a:lnTo>
                  <a:pt x="11521444" y="624281"/>
                </a:lnTo>
                <a:lnTo>
                  <a:pt x="11526893" y="624108"/>
                </a:lnTo>
                <a:lnTo>
                  <a:pt x="11532226" y="623594"/>
                </a:lnTo>
                <a:lnTo>
                  <a:pt x="11537434" y="622747"/>
                </a:lnTo>
                <a:lnTo>
                  <a:pt x="11542506" y="621578"/>
                </a:lnTo>
                <a:lnTo>
                  <a:pt x="11547432" y="620094"/>
                </a:lnTo>
                <a:lnTo>
                  <a:pt x="11552202" y="618304"/>
                </a:lnTo>
                <a:lnTo>
                  <a:pt x="11556804" y="616217"/>
                </a:lnTo>
                <a:lnTo>
                  <a:pt x="11561230" y="613841"/>
                </a:lnTo>
                <a:lnTo>
                  <a:pt x="11565467" y="611186"/>
                </a:lnTo>
                <a:lnTo>
                  <a:pt x="11569506" y="608260"/>
                </a:lnTo>
                <a:lnTo>
                  <a:pt x="11573337" y="605072"/>
                </a:lnTo>
                <a:lnTo>
                  <a:pt x="11576949" y="601630"/>
                </a:lnTo>
                <a:lnTo>
                  <a:pt x="11580332" y="597944"/>
                </a:lnTo>
                <a:lnTo>
                  <a:pt x="11583475" y="594022"/>
                </a:lnTo>
                <a:lnTo>
                  <a:pt x="11586368" y="589872"/>
                </a:lnTo>
                <a:lnTo>
                  <a:pt x="11589001" y="585504"/>
                </a:lnTo>
                <a:lnTo>
                  <a:pt x="11591029" y="581573"/>
                </a:lnTo>
                <a:lnTo>
                  <a:pt x="11593443" y="576148"/>
                </a:lnTo>
                <a:lnTo>
                  <a:pt x="11595232" y="571177"/>
                </a:lnTo>
                <a:lnTo>
                  <a:pt x="11596719" y="566022"/>
                </a:lnTo>
                <a:lnTo>
                  <a:pt x="11597893" y="560693"/>
                </a:lnTo>
                <a:lnTo>
                  <a:pt x="11598745" y="555198"/>
                </a:lnTo>
                <a:lnTo>
                  <a:pt x="11599264" y="549545"/>
                </a:lnTo>
                <a:lnTo>
                  <a:pt x="11599439" y="543744"/>
                </a:lnTo>
                <a:lnTo>
                  <a:pt x="11599249" y="537695"/>
                </a:lnTo>
                <a:lnTo>
                  <a:pt x="11598684" y="531812"/>
                </a:lnTo>
                <a:lnTo>
                  <a:pt x="11597758" y="526104"/>
                </a:lnTo>
                <a:lnTo>
                  <a:pt x="11596482" y="520581"/>
                </a:lnTo>
                <a:lnTo>
                  <a:pt x="11594868" y="515251"/>
                </a:lnTo>
                <a:lnTo>
                  <a:pt x="11592928" y="510126"/>
                </a:lnTo>
                <a:lnTo>
                  <a:pt x="11591135" y="506220"/>
                </a:lnTo>
                <a:lnTo>
                  <a:pt x="11590673" y="505214"/>
                </a:lnTo>
                <a:lnTo>
                  <a:pt x="11588115" y="500525"/>
                </a:lnTo>
                <a:lnTo>
                  <a:pt x="11585266" y="496069"/>
                </a:lnTo>
                <a:lnTo>
                  <a:pt x="11582139" y="491855"/>
                </a:lnTo>
                <a:lnTo>
                  <a:pt x="11578743" y="487894"/>
                </a:lnTo>
                <a:lnTo>
                  <a:pt x="11575093" y="484194"/>
                </a:lnTo>
                <a:lnTo>
                  <a:pt x="11571198" y="480765"/>
                </a:lnTo>
                <a:lnTo>
                  <a:pt x="11567072" y="477617"/>
                </a:lnTo>
                <a:lnTo>
                  <a:pt x="11562725" y="474759"/>
                </a:lnTo>
                <a:lnTo>
                  <a:pt x="11558170" y="472202"/>
                </a:lnTo>
                <a:lnTo>
                  <a:pt x="11553419" y="469954"/>
                </a:lnTo>
                <a:lnTo>
                  <a:pt x="11548483" y="468026"/>
                </a:lnTo>
                <a:lnTo>
                  <a:pt x="11543374" y="466426"/>
                </a:lnTo>
                <a:lnTo>
                  <a:pt x="11538104" y="465166"/>
                </a:lnTo>
                <a:lnTo>
                  <a:pt x="11532684" y="464254"/>
                </a:lnTo>
                <a:lnTo>
                  <a:pt x="11527127" y="463699"/>
                </a:lnTo>
                <a:close/>
                <a:moveTo>
                  <a:pt x="11185373" y="461252"/>
                </a:moveTo>
                <a:lnTo>
                  <a:pt x="11178574" y="461590"/>
                </a:lnTo>
                <a:lnTo>
                  <a:pt x="11172185" y="462553"/>
                </a:lnTo>
                <a:lnTo>
                  <a:pt x="11166247" y="464065"/>
                </a:lnTo>
                <a:lnTo>
                  <a:pt x="11160797" y="466053"/>
                </a:lnTo>
                <a:lnTo>
                  <a:pt x="11155875" y="468439"/>
                </a:lnTo>
                <a:lnTo>
                  <a:pt x="11151519" y="471149"/>
                </a:lnTo>
                <a:lnTo>
                  <a:pt x="11147768" y="474108"/>
                </a:lnTo>
                <a:lnTo>
                  <a:pt x="11142240" y="480471"/>
                </a:lnTo>
                <a:lnTo>
                  <a:pt x="11142240" y="469019"/>
                </a:lnTo>
                <a:lnTo>
                  <a:pt x="11141927" y="467421"/>
                </a:lnTo>
                <a:lnTo>
                  <a:pt x="11141075" y="466115"/>
                </a:lnTo>
                <a:lnTo>
                  <a:pt x="11139810" y="465235"/>
                </a:lnTo>
                <a:lnTo>
                  <a:pt x="11138261" y="464912"/>
                </a:lnTo>
                <a:lnTo>
                  <a:pt x="11102790" y="464912"/>
                </a:lnTo>
                <a:lnTo>
                  <a:pt x="11101241" y="465235"/>
                </a:lnTo>
                <a:lnTo>
                  <a:pt x="11099976" y="466115"/>
                </a:lnTo>
                <a:lnTo>
                  <a:pt x="11099124" y="467421"/>
                </a:lnTo>
                <a:lnTo>
                  <a:pt x="11098811" y="469019"/>
                </a:lnTo>
                <a:lnTo>
                  <a:pt x="11098811" y="670386"/>
                </a:lnTo>
                <a:lnTo>
                  <a:pt x="11099124" y="671985"/>
                </a:lnTo>
                <a:lnTo>
                  <a:pt x="11099976" y="673290"/>
                </a:lnTo>
                <a:lnTo>
                  <a:pt x="11101241" y="674170"/>
                </a:lnTo>
                <a:lnTo>
                  <a:pt x="11102790" y="674493"/>
                </a:lnTo>
                <a:lnTo>
                  <a:pt x="11139739" y="674493"/>
                </a:lnTo>
                <a:lnTo>
                  <a:pt x="11141287" y="674170"/>
                </a:lnTo>
                <a:lnTo>
                  <a:pt x="11142551" y="673290"/>
                </a:lnTo>
                <a:lnTo>
                  <a:pt x="11143404" y="671985"/>
                </a:lnTo>
                <a:lnTo>
                  <a:pt x="11143716" y="670386"/>
                </a:lnTo>
                <a:lnTo>
                  <a:pt x="11143716" y="604634"/>
                </a:lnTo>
                <a:lnTo>
                  <a:pt x="11146606" y="607741"/>
                </a:lnTo>
                <a:lnTo>
                  <a:pt x="11150156" y="610620"/>
                </a:lnTo>
                <a:lnTo>
                  <a:pt x="11154337" y="613213"/>
                </a:lnTo>
                <a:lnTo>
                  <a:pt x="11159116" y="615463"/>
                </a:lnTo>
                <a:lnTo>
                  <a:pt x="11164463" y="617313"/>
                </a:lnTo>
                <a:lnTo>
                  <a:pt x="11170347" y="618705"/>
                </a:lnTo>
                <a:lnTo>
                  <a:pt x="11176736" y="619583"/>
                </a:lnTo>
                <a:lnTo>
                  <a:pt x="11183599" y="619888"/>
                </a:lnTo>
                <a:lnTo>
                  <a:pt x="11189122" y="619684"/>
                </a:lnTo>
                <a:lnTo>
                  <a:pt x="11194486" y="619079"/>
                </a:lnTo>
                <a:lnTo>
                  <a:pt x="11199680" y="618084"/>
                </a:lnTo>
                <a:lnTo>
                  <a:pt x="11204696" y="616711"/>
                </a:lnTo>
                <a:lnTo>
                  <a:pt x="11209524" y="614971"/>
                </a:lnTo>
                <a:lnTo>
                  <a:pt x="11214154" y="612876"/>
                </a:lnTo>
                <a:lnTo>
                  <a:pt x="11218577" y="610437"/>
                </a:lnTo>
                <a:lnTo>
                  <a:pt x="11222783" y="607665"/>
                </a:lnTo>
                <a:lnTo>
                  <a:pt x="11226683" y="604634"/>
                </a:lnTo>
                <a:lnTo>
                  <a:pt x="11230508" y="601168"/>
                </a:lnTo>
                <a:lnTo>
                  <a:pt x="11234008" y="597465"/>
                </a:lnTo>
                <a:lnTo>
                  <a:pt x="11237253" y="593475"/>
                </a:lnTo>
                <a:lnTo>
                  <a:pt x="11240234" y="589209"/>
                </a:lnTo>
                <a:lnTo>
                  <a:pt x="11242942" y="584679"/>
                </a:lnTo>
                <a:lnTo>
                  <a:pt x="11245367" y="579895"/>
                </a:lnTo>
                <a:lnTo>
                  <a:pt x="11246001" y="578398"/>
                </a:lnTo>
                <a:lnTo>
                  <a:pt x="11249329" y="569612"/>
                </a:lnTo>
                <a:lnTo>
                  <a:pt x="11250847" y="564136"/>
                </a:lnTo>
                <a:lnTo>
                  <a:pt x="11252048" y="558433"/>
                </a:lnTo>
                <a:lnTo>
                  <a:pt x="11252912" y="552571"/>
                </a:lnTo>
                <a:lnTo>
                  <a:pt x="11253440" y="546505"/>
                </a:lnTo>
                <a:lnTo>
                  <a:pt x="11253618" y="540265"/>
                </a:lnTo>
                <a:lnTo>
                  <a:pt x="11253459" y="534142"/>
                </a:lnTo>
                <a:lnTo>
                  <a:pt x="11252987" y="528179"/>
                </a:lnTo>
                <a:lnTo>
                  <a:pt x="11252206" y="522388"/>
                </a:lnTo>
                <a:lnTo>
                  <a:pt x="11251122" y="516781"/>
                </a:lnTo>
                <a:lnTo>
                  <a:pt x="11249739" y="511370"/>
                </a:lnTo>
                <a:lnTo>
                  <a:pt x="11248062" y="506168"/>
                </a:lnTo>
                <a:lnTo>
                  <a:pt x="11246830" y="503046"/>
                </a:lnTo>
                <a:lnTo>
                  <a:pt x="11246097" y="501187"/>
                </a:lnTo>
                <a:lnTo>
                  <a:pt x="11243848" y="496438"/>
                </a:lnTo>
                <a:lnTo>
                  <a:pt x="11241320" y="491935"/>
                </a:lnTo>
                <a:lnTo>
                  <a:pt x="11238519" y="487689"/>
                </a:lnTo>
                <a:lnTo>
                  <a:pt x="11235449" y="483713"/>
                </a:lnTo>
                <a:lnTo>
                  <a:pt x="11232523" y="480471"/>
                </a:lnTo>
                <a:lnTo>
                  <a:pt x="11228522" y="476617"/>
                </a:lnTo>
                <a:lnTo>
                  <a:pt x="11224676" y="473523"/>
                </a:lnTo>
                <a:lnTo>
                  <a:pt x="11220581" y="470746"/>
                </a:lnTo>
                <a:lnTo>
                  <a:pt x="11216243" y="468301"/>
                </a:lnTo>
                <a:lnTo>
                  <a:pt x="11211665" y="466198"/>
                </a:lnTo>
                <a:lnTo>
                  <a:pt x="11206854" y="464450"/>
                </a:lnTo>
                <a:lnTo>
                  <a:pt x="11201815" y="463069"/>
                </a:lnTo>
                <a:lnTo>
                  <a:pt x="11196551" y="462068"/>
                </a:lnTo>
                <a:lnTo>
                  <a:pt x="11191069" y="461458"/>
                </a:lnTo>
                <a:close/>
                <a:moveTo>
                  <a:pt x="10950365" y="403413"/>
                </a:moveTo>
                <a:lnTo>
                  <a:pt x="10948817" y="403736"/>
                </a:lnTo>
                <a:lnTo>
                  <a:pt x="10947553" y="404616"/>
                </a:lnTo>
                <a:lnTo>
                  <a:pt x="10946701" y="405921"/>
                </a:lnTo>
                <a:lnTo>
                  <a:pt x="10946388" y="407520"/>
                </a:lnTo>
                <a:lnTo>
                  <a:pt x="10946388" y="615599"/>
                </a:lnTo>
                <a:lnTo>
                  <a:pt x="10946701" y="617198"/>
                </a:lnTo>
                <a:lnTo>
                  <a:pt x="10947553" y="618503"/>
                </a:lnTo>
                <a:lnTo>
                  <a:pt x="10948817" y="619383"/>
                </a:lnTo>
                <a:lnTo>
                  <a:pt x="10950365" y="619706"/>
                </a:lnTo>
                <a:lnTo>
                  <a:pt x="11075354" y="619706"/>
                </a:lnTo>
                <a:lnTo>
                  <a:pt x="11076902" y="619383"/>
                </a:lnTo>
                <a:lnTo>
                  <a:pt x="11078166" y="618503"/>
                </a:lnTo>
                <a:lnTo>
                  <a:pt x="11079018" y="617198"/>
                </a:lnTo>
                <a:lnTo>
                  <a:pt x="11079331" y="615599"/>
                </a:lnTo>
                <a:lnTo>
                  <a:pt x="11079331" y="578053"/>
                </a:lnTo>
                <a:lnTo>
                  <a:pt x="11076902" y="574268"/>
                </a:lnTo>
                <a:lnTo>
                  <a:pt x="10997043" y="573946"/>
                </a:lnTo>
                <a:lnTo>
                  <a:pt x="10995495" y="573623"/>
                </a:lnTo>
                <a:lnTo>
                  <a:pt x="10994231" y="572743"/>
                </a:lnTo>
                <a:lnTo>
                  <a:pt x="10993378" y="571437"/>
                </a:lnTo>
                <a:lnTo>
                  <a:pt x="10993065" y="569839"/>
                </a:lnTo>
                <a:lnTo>
                  <a:pt x="10993065" y="536563"/>
                </a:lnTo>
                <a:lnTo>
                  <a:pt x="10993378" y="534965"/>
                </a:lnTo>
                <a:lnTo>
                  <a:pt x="10994231" y="533659"/>
                </a:lnTo>
                <a:lnTo>
                  <a:pt x="10995495" y="532779"/>
                </a:lnTo>
                <a:lnTo>
                  <a:pt x="10997043" y="532456"/>
                </a:lnTo>
                <a:lnTo>
                  <a:pt x="11067080" y="532456"/>
                </a:lnTo>
                <a:lnTo>
                  <a:pt x="11068629" y="532134"/>
                </a:lnTo>
                <a:lnTo>
                  <a:pt x="11069893" y="531254"/>
                </a:lnTo>
                <a:lnTo>
                  <a:pt x="11070746" y="529948"/>
                </a:lnTo>
                <a:lnTo>
                  <a:pt x="11071059" y="528349"/>
                </a:lnTo>
                <a:lnTo>
                  <a:pt x="11071059" y="494159"/>
                </a:lnTo>
                <a:lnTo>
                  <a:pt x="11070746" y="492561"/>
                </a:lnTo>
                <a:lnTo>
                  <a:pt x="11069893" y="491255"/>
                </a:lnTo>
                <a:lnTo>
                  <a:pt x="11068629" y="490375"/>
                </a:lnTo>
                <a:lnTo>
                  <a:pt x="11067080" y="490052"/>
                </a:lnTo>
                <a:lnTo>
                  <a:pt x="10997043" y="490052"/>
                </a:lnTo>
                <a:lnTo>
                  <a:pt x="10995495" y="489730"/>
                </a:lnTo>
                <a:lnTo>
                  <a:pt x="10994231" y="488850"/>
                </a:lnTo>
                <a:lnTo>
                  <a:pt x="10993378" y="487545"/>
                </a:lnTo>
                <a:lnTo>
                  <a:pt x="10993065" y="485945"/>
                </a:lnTo>
                <a:lnTo>
                  <a:pt x="10993065" y="452976"/>
                </a:lnTo>
                <a:lnTo>
                  <a:pt x="10993378" y="451377"/>
                </a:lnTo>
                <a:lnTo>
                  <a:pt x="10994231" y="450072"/>
                </a:lnTo>
                <a:lnTo>
                  <a:pt x="10995495" y="449192"/>
                </a:lnTo>
                <a:lnTo>
                  <a:pt x="10997043" y="448869"/>
                </a:lnTo>
                <a:lnTo>
                  <a:pt x="11075058" y="448869"/>
                </a:lnTo>
                <a:lnTo>
                  <a:pt x="11076606" y="448546"/>
                </a:lnTo>
                <a:lnTo>
                  <a:pt x="11077870" y="447666"/>
                </a:lnTo>
                <a:lnTo>
                  <a:pt x="11078722" y="446361"/>
                </a:lnTo>
                <a:lnTo>
                  <a:pt x="11079035" y="444762"/>
                </a:lnTo>
                <a:lnTo>
                  <a:pt x="11079035" y="407520"/>
                </a:lnTo>
                <a:lnTo>
                  <a:pt x="11078722" y="405921"/>
                </a:lnTo>
                <a:lnTo>
                  <a:pt x="11077870" y="404616"/>
                </a:lnTo>
                <a:lnTo>
                  <a:pt x="11076606" y="403736"/>
                </a:lnTo>
                <a:lnTo>
                  <a:pt x="11075058" y="403413"/>
                </a:lnTo>
                <a:close/>
                <a:moveTo>
                  <a:pt x="11296109" y="394567"/>
                </a:moveTo>
                <a:lnTo>
                  <a:pt x="11290921" y="395120"/>
                </a:lnTo>
                <a:lnTo>
                  <a:pt x="11286065" y="396707"/>
                </a:lnTo>
                <a:lnTo>
                  <a:pt x="11281652" y="399216"/>
                </a:lnTo>
                <a:lnTo>
                  <a:pt x="11277793" y="402537"/>
                </a:lnTo>
                <a:lnTo>
                  <a:pt x="11274599" y="406558"/>
                </a:lnTo>
                <a:lnTo>
                  <a:pt x="11272180" y="411169"/>
                </a:lnTo>
                <a:lnTo>
                  <a:pt x="11270647" y="416260"/>
                </a:lnTo>
                <a:lnTo>
                  <a:pt x="11270112" y="421718"/>
                </a:lnTo>
                <a:lnTo>
                  <a:pt x="11270647" y="427176"/>
                </a:lnTo>
                <a:lnTo>
                  <a:pt x="11272180" y="432267"/>
                </a:lnTo>
                <a:lnTo>
                  <a:pt x="11274599" y="436878"/>
                </a:lnTo>
                <a:lnTo>
                  <a:pt x="11277793" y="440899"/>
                </a:lnTo>
                <a:lnTo>
                  <a:pt x="11281652" y="444220"/>
                </a:lnTo>
                <a:lnTo>
                  <a:pt x="11286065" y="446729"/>
                </a:lnTo>
                <a:lnTo>
                  <a:pt x="11290921" y="448315"/>
                </a:lnTo>
                <a:lnTo>
                  <a:pt x="11296109" y="448869"/>
                </a:lnTo>
                <a:lnTo>
                  <a:pt x="11301493" y="448315"/>
                </a:lnTo>
                <a:lnTo>
                  <a:pt x="11306495" y="446729"/>
                </a:lnTo>
                <a:lnTo>
                  <a:pt x="11311014" y="444220"/>
                </a:lnTo>
                <a:lnTo>
                  <a:pt x="11314943" y="440899"/>
                </a:lnTo>
                <a:lnTo>
                  <a:pt x="11318181" y="436878"/>
                </a:lnTo>
                <a:lnTo>
                  <a:pt x="11320622" y="432267"/>
                </a:lnTo>
                <a:lnTo>
                  <a:pt x="11322162" y="427176"/>
                </a:lnTo>
                <a:lnTo>
                  <a:pt x="11322699" y="421718"/>
                </a:lnTo>
                <a:lnTo>
                  <a:pt x="11322162" y="416260"/>
                </a:lnTo>
                <a:lnTo>
                  <a:pt x="11320622" y="411169"/>
                </a:lnTo>
                <a:lnTo>
                  <a:pt x="11318181" y="406558"/>
                </a:lnTo>
                <a:lnTo>
                  <a:pt x="11314943" y="402537"/>
                </a:lnTo>
                <a:lnTo>
                  <a:pt x="11311014" y="399216"/>
                </a:lnTo>
                <a:lnTo>
                  <a:pt x="11306495" y="396707"/>
                </a:lnTo>
                <a:lnTo>
                  <a:pt x="11301493" y="395120"/>
                </a:lnTo>
                <a:close/>
                <a:moveTo>
                  <a:pt x="10752746" y="360994"/>
                </a:moveTo>
                <a:lnTo>
                  <a:pt x="10747330" y="361736"/>
                </a:lnTo>
                <a:lnTo>
                  <a:pt x="10742199" y="363963"/>
                </a:lnTo>
                <a:lnTo>
                  <a:pt x="10639873" y="426020"/>
                </a:lnTo>
                <a:lnTo>
                  <a:pt x="10635473" y="429574"/>
                </a:lnTo>
                <a:lnTo>
                  <a:pt x="10632154" y="434129"/>
                </a:lnTo>
                <a:lnTo>
                  <a:pt x="10630058" y="439426"/>
                </a:lnTo>
                <a:lnTo>
                  <a:pt x="10629328" y="445206"/>
                </a:lnTo>
                <a:lnTo>
                  <a:pt x="10629328" y="569319"/>
                </a:lnTo>
                <a:lnTo>
                  <a:pt x="10630058" y="575100"/>
                </a:lnTo>
                <a:lnTo>
                  <a:pt x="10632154" y="580397"/>
                </a:lnTo>
                <a:lnTo>
                  <a:pt x="10635473" y="584952"/>
                </a:lnTo>
                <a:lnTo>
                  <a:pt x="10639874" y="588508"/>
                </a:lnTo>
                <a:lnTo>
                  <a:pt x="10742199" y="650564"/>
                </a:lnTo>
                <a:lnTo>
                  <a:pt x="10747330" y="652790"/>
                </a:lnTo>
                <a:lnTo>
                  <a:pt x="10752746" y="653532"/>
                </a:lnTo>
                <a:lnTo>
                  <a:pt x="10758161" y="652790"/>
                </a:lnTo>
                <a:lnTo>
                  <a:pt x="10763292" y="650564"/>
                </a:lnTo>
                <a:lnTo>
                  <a:pt x="10859051" y="592490"/>
                </a:lnTo>
                <a:lnTo>
                  <a:pt x="10865618" y="588508"/>
                </a:lnTo>
                <a:lnTo>
                  <a:pt x="10870019" y="584952"/>
                </a:lnTo>
                <a:lnTo>
                  <a:pt x="10873338" y="580397"/>
                </a:lnTo>
                <a:lnTo>
                  <a:pt x="10875433" y="575100"/>
                </a:lnTo>
                <a:lnTo>
                  <a:pt x="10876163" y="569319"/>
                </a:lnTo>
                <a:lnTo>
                  <a:pt x="10876163" y="517643"/>
                </a:lnTo>
                <a:lnTo>
                  <a:pt x="10752746" y="592490"/>
                </a:lnTo>
                <a:lnTo>
                  <a:pt x="10684110" y="550866"/>
                </a:lnTo>
                <a:lnTo>
                  <a:pt x="10684147" y="465642"/>
                </a:lnTo>
                <a:lnTo>
                  <a:pt x="10747681" y="427089"/>
                </a:lnTo>
                <a:lnTo>
                  <a:pt x="10750143" y="426020"/>
                </a:lnTo>
                <a:lnTo>
                  <a:pt x="10752746" y="425663"/>
                </a:lnTo>
                <a:lnTo>
                  <a:pt x="10755351" y="426020"/>
                </a:lnTo>
                <a:lnTo>
                  <a:pt x="10757817" y="427091"/>
                </a:lnTo>
                <a:lnTo>
                  <a:pt x="10821381" y="465640"/>
                </a:lnTo>
                <a:lnTo>
                  <a:pt x="10761281" y="502088"/>
                </a:lnTo>
                <a:lnTo>
                  <a:pt x="10757129" y="503890"/>
                </a:lnTo>
                <a:lnTo>
                  <a:pt x="10752746" y="504490"/>
                </a:lnTo>
                <a:lnTo>
                  <a:pt x="10748364" y="503889"/>
                </a:lnTo>
                <a:lnTo>
                  <a:pt x="10744212" y="502087"/>
                </a:lnTo>
                <a:lnTo>
                  <a:pt x="10701219" y="476000"/>
                </a:lnTo>
                <a:lnTo>
                  <a:pt x="10701189" y="540465"/>
                </a:lnTo>
                <a:lnTo>
                  <a:pt x="10752746" y="571733"/>
                </a:lnTo>
                <a:lnTo>
                  <a:pt x="10863624" y="504490"/>
                </a:lnTo>
                <a:lnTo>
                  <a:pt x="10876163" y="496886"/>
                </a:lnTo>
                <a:lnTo>
                  <a:pt x="10876163" y="445206"/>
                </a:lnTo>
                <a:lnTo>
                  <a:pt x="10875433" y="439426"/>
                </a:lnTo>
                <a:lnTo>
                  <a:pt x="10873338" y="434129"/>
                </a:lnTo>
                <a:lnTo>
                  <a:pt x="10870019" y="429574"/>
                </a:lnTo>
                <a:lnTo>
                  <a:pt x="10865618" y="426019"/>
                </a:lnTo>
                <a:lnTo>
                  <a:pt x="10865031" y="425663"/>
                </a:lnTo>
                <a:lnTo>
                  <a:pt x="10763292" y="363963"/>
                </a:lnTo>
                <a:lnTo>
                  <a:pt x="10758161" y="361736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1282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Grey Logo T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82478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1521444" y="506220"/>
                </a:moveTo>
                <a:lnTo>
                  <a:pt x="11526077" y="506516"/>
                </a:lnTo>
                <a:lnTo>
                  <a:pt x="11530585" y="507411"/>
                </a:lnTo>
                <a:lnTo>
                  <a:pt x="11534901" y="508912"/>
                </a:lnTo>
                <a:lnTo>
                  <a:pt x="11538958" y="511028"/>
                </a:lnTo>
                <a:lnTo>
                  <a:pt x="11542691" y="513767"/>
                </a:lnTo>
                <a:lnTo>
                  <a:pt x="11546032" y="517137"/>
                </a:lnTo>
                <a:lnTo>
                  <a:pt x="11548914" y="521146"/>
                </a:lnTo>
                <a:lnTo>
                  <a:pt x="11551273" y="525804"/>
                </a:lnTo>
                <a:lnTo>
                  <a:pt x="11553039" y="531116"/>
                </a:lnTo>
                <a:lnTo>
                  <a:pt x="11554148" y="537094"/>
                </a:lnTo>
                <a:lnTo>
                  <a:pt x="11554533" y="543744"/>
                </a:lnTo>
                <a:lnTo>
                  <a:pt x="11554148" y="550401"/>
                </a:lnTo>
                <a:lnTo>
                  <a:pt x="11553039" y="556398"/>
                </a:lnTo>
                <a:lnTo>
                  <a:pt x="11551273" y="561740"/>
                </a:lnTo>
                <a:lnTo>
                  <a:pt x="11548914" y="566433"/>
                </a:lnTo>
                <a:lnTo>
                  <a:pt x="11546032" y="570483"/>
                </a:lnTo>
                <a:lnTo>
                  <a:pt x="11542691" y="573895"/>
                </a:lnTo>
                <a:lnTo>
                  <a:pt x="11538958" y="576673"/>
                </a:lnTo>
                <a:lnTo>
                  <a:pt x="11534901" y="578825"/>
                </a:lnTo>
                <a:lnTo>
                  <a:pt x="11530585" y="580355"/>
                </a:lnTo>
                <a:lnTo>
                  <a:pt x="11526077" y="581269"/>
                </a:lnTo>
                <a:lnTo>
                  <a:pt x="11521444" y="581573"/>
                </a:lnTo>
                <a:lnTo>
                  <a:pt x="11516878" y="581262"/>
                </a:lnTo>
                <a:lnTo>
                  <a:pt x="11512412" y="580331"/>
                </a:lnTo>
                <a:lnTo>
                  <a:pt x="11508116" y="578776"/>
                </a:lnTo>
                <a:lnTo>
                  <a:pt x="11504061" y="576596"/>
                </a:lnTo>
                <a:lnTo>
                  <a:pt x="11500318" y="573791"/>
                </a:lnTo>
                <a:lnTo>
                  <a:pt x="11496957" y="570359"/>
                </a:lnTo>
                <a:lnTo>
                  <a:pt x="11494049" y="566298"/>
                </a:lnTo>
                <a:lnTo>
                  <a:pt x="11491664" y="561608"/>
                </a:lnTo>
                <a:lnTo>
                  <a:pt x="11489874" y="556286"/>
                </a:lnTo>
                <a:lnTo>
                  <a:pt x="11488747" y="550332"/>
                </a:lnTo>
                <a:lnTo>
                  <a:pt x="11488356" y="543744"/>
                </a:lnTo>
                <a:lnTo>
                  <a:pt x="11488747" y="537094"/>
                </a:lnTo>
                <a:lnTo>
                  <a:pt x="11489874" y="531116"/>
                </a:lnTo>
                <a:lnTo>
                  <a:pt x="11491664" y="525804"/>
                </a:lnTo>
                <a:lnTo>
                  <a:pt x="11494049" y="521146"/>
                </a:lnTo>
                <a:lnTo>
                  <a:pt x="11496957" y="517137"/>
                </a:lnTo>
                <a:lnTo>
                  <a:pt x="11500318" y="513767"/>
                </a:lnTo>
                <a:lnTo>
                  <a:pt x="11504061" y="511028"/>
                </a:lnTo>
                <a:lnTo>
                  <a:pt x="11508116" y="508912"/>
                </a:lnTo>
                <a:lnTo>
                  <a:pt x="11512412" y="507411"/>
                </a:lnTo>
                <a:lnTo>
                  <a:pt x="11516878" y="506516"/>
                </a:lnTo>
                <a:close/>
                <a:moveTo>
                  <a:pt x="11176214" y="503046"/>
                </a:moveTo>
                <a:lnTo>
                  <a:pt x="11180986" y="503349"/>
                </a:lnTo>
                <a:lnTo>
                  <a:pt x="11185596" y="504262"/>
                </a:lnTo>
                <a:lnTo>
                  <a:pt x="11189980" y="505787"/>
                </a:lnTo>
                <a:lnTo>
                  <a:pt x="11194077" y="507931"/>
                </a:lnTo>
                <a:lnTo>
                  <a:pt x="11197827" y="510696"/>
                </a:lnTo>
                <a:lnTo>
                  <a:pt x="11201169" y="514087"/>
                </a:lnTo>
                <a:lnTo>
                  <a:pt x="11204040" y="518107"/>
                </a:lnTo>
                <a:lnTo>
                  <a:pt x="11206380" y="522761"/>
                </a:lnTo>
                <a:lnTo>
                  <a:pt x="11208127" y="528054"/>
                </a:lnTo>
                <a:lnTo>
                  <a:pt x="11209220" y="533988"/>
                </a:lnTo>
                <a:lnTo>
                  <a:pt x="11209598" y="540569"/>
                </a:lnTo>
                <a:lnTo>
                  <a:pt x="11209220" y="547157"/>
                </a:lnTo>
                <a:lnTo>
                  <a:pt x="11208127" y="553111"/>
                </a:lnTo>
                <a:lnTo>
                  <a:pt x="11206380" y="558433"/>
                </a:lnTo>
                <a:lnTo>
                  <a:pt x="11204040" y="563123"/>
                </a:lnTo>
                <a:lnTo>
                  <a:pt x="11201169" y="567184"/>
                </a:lnTo>
                <a:lnTo>
                  <a:pt x="11197827" y="570616"/>
                </a:lnTo>
                <a:lnTo>
                  <a:pt x="11194077" y="573421"/>
                </a:lnTo>
                <a:lnTo>
                  <a:pt x="11189980" y="575601"/>
                </a:lnTo>
                <a:lnTo>
                  <a:pt x="11185596" y="577156"/>
                </a:lnTo>
                <a:lnTo>
                  <a:pt x="11180986" y="578088"/>
                </a:lnTo>
                <a:lnTo>
                  <a:pt x="11176214" y="578398"/>
                </a:lnTo>
                <a:lnTo>
                  <a:pt x="11171514" y="578081"/>
                </a:lnTo>
                <a:lnTo>
                  <a:pt x="11166966" y="577131"/>
                </a:lnTo>
                <a:lnTo>
                  <a:pt x="11162630" y="575551"/>
                </a:lnTo>
                <a:lnTo>
                  <a:pt x="11158570" y="573345"/>
                </a:lnTo>
                <a:lnTo>
                  <a:pt x="11154848" y="570513"/>
                </a:lnTo>
                <a:lnTo>
                  <a:pt x="11151528" y="567060"/>
                </a:lnTo>
                <a:lnTo>
                  <a:pt x="11148670" y="562989"/>
                </a:lnTo>
                <a:lnTo>
                  <a:pt x="11146339" y="558301"/>
                </a:lnTo>
                <a:lnTo>
                  <a:pt x="11144596" y="553000"/>
                </a:lnTo>
                <a:lnTo>
                  <a:pt x="11143505" y="547088"/>
                </a:lnTo>
                <a:lnTo>
                  <a:pt x="11143127" y="540569"/>
                </a:lnTo>
                <a:lnTo>
                  <a:pt x="11143505" y="533988"/>
                </a:lnTo>
                <a:lnTo>
                  <a:pt x="11144596" y="528054"/>
                </a:lnTo>
                <a:lnTo>
                  <a:pt x="11146339" y="522761"/>
                </a:lnTo>
                <a:lnTo>
                  <a:pt x="11148670" y="518107"/>
                </a:lnTo>
                <a:lnTo>
                  <a:pt x="11151528" y="514087"/>
                </a:lnTo>
                <a:lnTo>
                  <a:pt x="11154848" y="510696"/>
                </a:lnTo>
                <a:lnTo>
                  <a:pt x="11158570" y="507931"/>
                </a:lnTo>
                <a:lnTo>
                  <a:pt x="11162630" y="505787"/>
                </a:lnTo>
                <a:lnTo>
                  <a:pt x="11166966" y="504262"/>
                </a:lnTo>
                <a:lnTo>
                  <a:pt x="11171514" y="503349"/>
                </a:lnTo>
                <a:close/>
                <a:moveTo>
                  <a:pt x="11277930" y="468088"/>
                </a:moveTo>
                <a:lnTo>
                  <a:pt x="11276382" y="468411"/>
                </a:lnTo>
                <a:lnTo>
                  <a:pt x="11275118" y="469291"/>
                </a:lnTo>
                <a:lnTo>
                  <a:pt x="11274265" y="470596"/>
                </a:lnTo>
                <a:lnTo>
                  <a:pt x="11273953" y="472195"/>
                </a:lnTo>
                <a:lnTo>
                  <a:pt x="11273953" y="615599"/>
                </a:lnTo>
                <a:lnTo>
                  <a:pt x="11274265" y="617198"/>
                </a:lnTo>
                <a:lnTo>
                  <a:pt x="11275118" y="618503"/>
                </a:lnTo>
                <a:lnTo>
                  <a:pt x="11276382" y="619383"/>
                </a:lnTo>
                <a:lnTo>
                  <a:pt x="11277930" y="619706"/>
                </a:lnTo>
                <a:lnTo>
                  <a:pt x="11314879" y="619706"/>
                </a:lnTo>
                <a:lnTo>
                  <a:pt x="11316428" y="619383"/>
                </a:lnTo>
                <a:lnTo>
                  <a:pt x="11317693" y="618503"/>
                </a:lnTo>
                <a:lnTo>
                  <a:pt x="11318546" y="617198"/>
                </a:lnTo>
                <a:lnTo>
                  <a:pt x="11318858" y="615599"/>
                </a:lnTo>
                <a:lnTo>
                  <a:pt x="11318858" y="472195"/>
                </a:lnTo>
                <a:lnTo>
                  <a:pt x="11318546" y="470596"/>
                </a:lnTo>
                <a:lnTo>
                  <a:pt x="11317693" y="469291"/>
                </a:lnTo>
                <a:lnTo>
                  <a:pt x="11316428" y="468411"/>
                </a:lnTo>
                <a:lnTo>
                  <a:pt x="11314879" y="468088"/>
                </a:lnTo>
                <a:close/>
                <a:moveTo>
                  <a:pt x="11426235" y="466563"/>
                </a:moveTo>
                <a:lnTo>
                  <a:pt x="11421520" y="466806"/>
                </a:lnTo>
                <a:lnTo>
                  <a:pt x="11416375" y="467592"/>
                </a:lnTo>
                <a:lnTo>
                  <a:pt x="11411009" y="469008"/>
                </a:lnTo>
                <a:lnTo>
                  <a:pt x="11405629" y="471139"/>
                </a:lnTo>
                <a:lnTo>
                  <a:pt x="11400443" y="474070"/>
                </a:lnTo>
                <a:lnTo>
                  <a:pt x="11395658" y="477888"/>
                </a:lnTo>
                <a:lnTo>
                  <a:pt x="11391483" y="482679"/>
                </a:lnTo>
                <a:lnTo>
                  <a:pt x="11388125" y="488528"/>
                </a:lnTo>
                <a:lnTo>
                  <a:pt x="11388125" y="472194"/>
                </a:lnTo>
                <a:lnTo>
                  <a:pt x="11387812" y="470596"/>
                </a:lnTo>
                <a:lnTo>
                  <a:pt x="11386959" y="469290"/>
                </a:lnTo>
                <a:lnTo>
                  <a:pt x="11385695" y="468410"/>
                </a:lnTo>
                <a:lnTo>
                  <a:pt x="11384146" y="468087"/>
                </a:lnTo>
                <a:lnTo>
                  <a:pt x="11348674" y="468087"/>
                </a:lnTo>
                <a:lnTo>
                  <a:pt x="11347126" y="468410"/>
                </a:lnTo>
                <a:lnTo>
                  <a:pt x="11345861" y="469290"/>
                </a:lnTo>
                <a:lnTo>
                  <a:pt x="11345009" y="470596"/>
                </a:lnTo>
                <a:lnTo>
                  <a:pt x="11344697" y="472194"/>
                </a:lnTo>
                <a:lnTo>
                  <a:pt x="11344697" y="615598"/>
                </a:lnTo>
                <a:lnTo>
                  <a:pt x="11345009" y="617197"/>
                </a:lnTo>
                <a:lnTo>
                  <a:pt x="11345861" y="618503"/>
                </a:lnTo>
                <a:lnTo>
                  <a:pt x="11347126" y="619384"/>
                </a:lnTo>
                <a:lnTo>
                  <a:pt x="11348674" y="619707"/>
                </a:lnTo>
                <a:lnTo>
                  <a:pt x="11385624" y="619707"/>
                </a:lnTo>
                <a:lnTo>
                  <a:pt x="11387172" y="619384"/>
                </a:lnTo>
                <a:lnTo>
                  <a:pt x="11388436" y="618503"/>
                </a:lnTo>
                <a:lnTo>
                  <a:pt x="11389288" y="617197"/>
                </a:lnTo>
                <a:lnTo>
                  <a:pt x="11389601" y="615598"/>
                </a:lnTo>
                <a:lnTo>
                  <a:pt x="11389601" y="553505"/>
                </a:lnTo>
                <a:lnTo>
                  <a:pt x="11389993" y="545737"/>
                </a:lnTo>
                <a:lnTo>
                  <a:pt x="11391125" y="538881"/>
                </a:lnTo>
                <a:lnTo>
                  <a:pt x="11392933" y="532902"/>
                </a:lnTo>
                <a:lnTo>
                  <a:pt x="11395351" y="527762"/>
                </a:lnTo>
                <a:lnTo>
                  <a:pt x="11398313" y="523426"/>
                </a:lnTo>
                <a:lnTo>
                  <a:pt x="11401755" y="519856"/>
                </a:lnTo>
                <a:lnTo>
                  <a:pt x="11405611" y="517018"/>
                </a:lnTo>
                <a:lnTo>
                  <a:pt x="11409816" y="514873"/>
                </a:lnTo>
                <a:lnTo>
                  <a:pt x="11414305" y="513386"/>
                </a:lnTo>
                <a:lnTo>
                  <a:pt x="11419012" y="512521"/>
                </a:lnTo>
                <a:lnTo>
                  <a:pt x="11423872" y="512240"/>
                </a:lnTo>
                <a:lnTo>
                  <a:pt x="11426095" y="512268"/>
                </a:lnTo>
                <a:lnTo>
                  <a:pt x="11428226" y="512358"/>
                </a:lnTo>
                <a:lnTo>
                  <a:pt x="11430317" y="512521"/>
                </a:lnTo>
                <a:lnTo>
                  <a:pt x="11432390" y="512765"/>
                </a:lnTo>
                <a:lnTo>
                  <a:pt x="11433968" y="512669"/>
                </a:lnTo>
                <a:lnTo>
                  <a:pt x="11434843" y="512240"/>
                </a:lnTo>
                <a:lnTo>
                  <a:pt x="11435343" y="511995"/>
                </a:lnTo>
                <a:lnTo>
                  <a:pt x="11436373" y="510845"/>
                </a:lnTo>
                <a:lnTo>
                  <a:pt x="11436911" y="509319"/>
                </a:lnTo>
                <a:lnTo>
                  <a:pt x="11439940" y="488528"/>
                </a:lnTo>
                <a:lnTo>
                  <a:pt x="11442246" y="472693"/>
                </a:lnTo>
                <a:lnTo>
                  <a:pt x="11442183" y="471123"/>
                </a:lnTo>
                <a:lnTo>
                  <a:pt x="11435808" y="467437"/>
                </a:lnTo>
                <a:lnTo>
                  <a:pt x="11429070" y="466668"/>
                </a:lnTo>
                <a:close/>
                <a:moveTo>
                  <a:pt x="11692792" y="463512"/>
                </a:moveTo>
                <a:lnTo>
                  <a:pt x="11687218" y="463699"/>
                </a:lnTo>
                <a:lnTo>
                  <a:pt x="11681757" y="464254"/>
                </a:lnTo>
                <a:lnTo>
                  <a:pt x="11676422" y="465167"/>
                </a:lnTo>
                <a:lnTo>
                  <a:pt x="11671225" y="466428"/>
                </a:lnTo>
                <a:lnTo>
                  <a:pt x="11666179" y="468029"/>
                </a:lnTo>
                <a:lnTo>
                  <a:pt x="11661296" y="469959"/>
                </a:lnTo>
                <a:lnTo>
                  <a:pt x="11656589" y="472210"/>
                </a:lnTo>
                <a:lnTo>
                  <a:pt x="11652069" y="474772"/>
                </a:lnTo>
                <a:lnTo>
                  <a:pt x="11647751" y="477635"/>
                </a:lnTo>
                <a:lnTo>
                  <a:pt x="11643646" y="480790"/>
                </a:lnTo>
                <a:lnTo>
                  <a:pt x="11639767" y="484227"/>
                </a:lnTo>
                <a:lnTo>
                  <a:pt x="11636126" y="487937"/>
                </a:lnTo>
                <a:lnTo>
                  <a:pt x="11632735" y="491911"/>
                </a:lnTo>
                <a:lnTo>
                  <a:pt x="11629609" y="496138"/>
                </a:lnTo>
                <a:lnTo>
                  <a:pt x="11626758" y="500610"/>
                </a:lnTo>
                <a:lnTo>
                  <a:pt x="11624196" y="505317"/>
                </a:lnTo>
                <a:lnTo>
                  <a:pt x="11621934" y="510249"/>
                </a:lnTo>
                <a:lnTo>
                  <a:pt x="11619981" y="515417"/>
                </a:lnTo>
                <a:lnTo>
                  <a:pt x="11618365" y="520753"/>
                </a:lnTo>
                <a:lnTo>
                  <a:pt x="11617082" y="526305"/>
                </a:lnTo>
                <a:lnTo>
                  <a:pt x="11616150" y="532045"/>
                </a:lnTo>
                <a:lnTo>
                  <a:pt x="11615581" y="537963"/>
                </a:lnTo>
                <a:lnTo>
                  <a:pt x="11615389" y="544049"/>
                </a:lnTo>
                <a:lnTo>
                  <a:pt x="11615570" y="549849"/>
                </a:lnTo>
                <a:lnTo>
                  <a:pt x="11616106" y="555497"/>
                </a:lnTo>
                <a:lnTo>
                  <a:pt x="11616985" y="560985"/>
                </a:lnTo>
                <a:lnTo>
                  <a:pt x="11618195" y="566305"/>
                </a:lnTo>
                <a:lnTo>
                  <a:pt x="11619726" y="571448"/>
                </a:lnTo>
                <a:lnTo>
                  <a:pt x="11621565" y="576405"/>
                </a:lnTo>
                <a:lnTo>
                  <a:pt x="11623701" y="581169"/>
                </a:lnTo>
                <a:lnTo>
                  <a:pt x="11626123" y="585730"/>
                </a:lnTo>
                <a:lnTo>
                  <a:pt x="11628818" y="590081"/>
                </a:lnTo>
                <a:lnTo>
                  <a:pt x="11631776" y="594212"/>
                </a:lnTo>
                <a:lnTo>
                  <a:pt x="11634984" y="598115"/>
                </a:lnTo>
                <a:lnTo>
                  <a:pt x="11638432" y="601783"/>
                </a:lnTo>
                <a:lnTo>
                  <a:pt x="11642108" y="605205"/>
                </a:lnTo>
                <a:lnTo>
                  <a:pt x="11645999" y="608375"/>
                </a:lnTo>
                <a:lnTo>
                  <a:pt x="11650096" y="611283"/>
                </a:lnTo>
                <a:lnTo>
                  <a:pt x="11654385" y="613920"/>
                </a:lnTo>
                <a:lnTo>
                  <a:pt x="11658856" y="616279"/>
                </a:lnTo>
                <a:lnTo>
                  <a:pt x="11663497" y="618351"/>
                </a:lnTo>
                <a:lnTo>
                  <a:pt x="11668297" y="620128"/>
                </a:lnTo>
                <a:lnTo>
                  <a:pt x="11673243" y="621600"/>
                </a:lnTo>
                <a:lnTo>
                  <a:pt x="11678325" y="622761"/>
                </a:lnTo>
                <a:lnTo>
                  <a:pt x="11683531" y="623599"/>
                </a:lnTo>
                <a:lnTo>
                  <a:pt x="11688849" y="624109"/>
                </a:lnTo>
                <a:lnTo>
                  <a:pt x="11694268" y="624281"/>
                </a:lnTo>
                <a:lnTo>
                  <a:pt x="11701099" y="624010"/>
                </a:lnTo>
                <a:lnTo>
                  <a:pt x="11707609" y="623217"/>
                </a:lnTo>
                <a:lnTo>
                  <a:pt x="11713794" y="621936"/>
                </a:lnTo>
                <a:lnTo>
                  <a:pt x="11719651" y="620198"/>
                </a:lnTo>
                <a:lnTo>
                  <a:pt x="11725177" y="618037"/>
                </a:lnTo>
                <a:lnTo>
                  <a:pt x="11730369" y="615485"/>
                </a:lnTo>
                <a:lnTo>
                  <a:pt x="11735222" y="612573"/>
                </a:lnTo>
                <a:lnTo>
                  <a:pt x="11739735" y="609335"/>
                </a:lnTo>
                <a:lnTo>
                  <a:pt x="11743903" y="605803"/>
                </a:lnTo>
                <a:lnTo>
                  <a:pt x="11747723" y="602010"/>
                </a:lnTo>
                <a:lnTo>
                  <a:pt x="11751191" y="597987"/>
                </a:lnTo>
                <a:lnTo>
                  <a:pt x="11754306" y="593768"/>
                </a:lnTo>
                <a:lnTo>
                  <a:pt x="11757062" y="589384"/>
                </a:lnTo>
                <a:lnTo>
                  <a:pt x="11759457" y="584868"/>
                </a:lnTo>
                <a:lnTo>
                  <a:pt x="11760907" y="581573"/>
                </a:lnTo>
                <a:lnTo>
                  <a:pt x="11761487" y="580253"/>
                </a:lnTo>
                <a:lnTo>
                  <a:pt x="11763150" y="575571"/>
                </a:lnTo>
                <a:lnTo>
                  <a:pt x="11763335" y="573916"/>
                </a:lnTo>
                <a:lnTo>
                  <a:pt x="11762906" y="572373"/>
                </a:lnTo>
                <a:lnTo>
                  <a:pt x="11761945" y="571115"/>
                </a:lnTo>
                <a:lnTo>
                  <a:pt x="11760533" y="570318"/>
                </a:lnTo>
                <a:lnTo>
                  <a:pt x="11728298" y="560134"/>
                </a:lnTo>
                <a:lnTo>
                  <a:pt x="11726830" y="559968"/>
                </a:lnTo>
                <a:lnTo>
                  <a:pt x="11725453" y="560353"/>
                </a:lnTo>
                <a:lnTo>
                  <a:pt x="11724293" y="561219"/>
                </a:lnTo>
                <a:lnTo>
                  <a:pt x="11723476" y="562496"/>
                </a:lnTo>
                <a:lnTo>
                  <a:pt x="11721377" y="566704"/>
                </a:lnTo>
                <a:lnTo>
                  <a:pt x="11718612" y="570655"/>
                </a:lnTo>
                <a:lnTo>
                  <a:pt x="11715165" y="574206"/>
                </a:lnTo>
                <a:lnTo>
                  <a:pt x="11711023" y="577216"/>
                </a:lnTo>
                <a:lnTo>
                  <a:pt x="11706169" y="579542"/>
                </a:lnTo>
                <a:lnTo>
                  <a:pt x="11700589" y="581041"/>
                </a:lnTo>
                <a:lnTo>
                  <a:pt x="11694268" y="581573"/>
                </a:lnTo>
                <a:lnTo>
                  <a:pt x="11689275" y="581242"/>
                </a:lnTo>
                <a:lnTo>
                  <a:pt x="11684486" y="580258"/>
                </a:lnTo>
                <a:lnTo>
                  <a:pt x="11679957" y="578633"/>
                </a:lnTo>
                <a:lnTo>
                  <a:pt x="11675747" y="576380"/>
                </a:lnTo>
                <a:lnTo>
                  <a:pt x="11671913" y="573511"/>
                </a:lnTo>
                <a:lnTo>
                  <a:pt x="11668511" y="570038"/>
                </a:lnTo>
                <a:lnTo>
                  <a:pt x="11665599" y="565973"/>
                </a:lnTo>
                <a:lnTo>
                  <a:pt x="11663235" y="561330"/>
                </a:lnTo>
                <a:lnTo>
                  <a:pt x="11661475" y="556120"/>
                </a:lnTo>
                <a:lnTo>
                  <a:pt x="11660377" y="550355"/>
                </a:lnTo>
                <a:lnTo>
                  <a:pt x="11659998" y="544049"/>
                </a:lnTo>
                <a:lnTo>
                  <a:pt x="11660363" y="537667"/>
                </a:lnTo>
                <a:lnTo>
                  <a:pt x="11661423" y="531841"/>
                </a:lnTo>
                <a:lnTo>
                  <a:pt x="11663127" y="526581"/>
                </a:lnTo>
                <a:lnTo>
                  <a:pt x="11665421" y="521899"/>
                </a:lnTo>
                <a:lnTo>
                  <a:pt x="11668255" y="517805"/>
                </a:lnTo>
                <a:lnTo>
                  <a:pt x="11671577" y="514311"/>
                </a:lnTo>
                <a:lnTo>
                  <a:pt x="11675334" y="511427"/>
                </a:lnTo>
                <a:lnTo>
                  <a:pt x="11679474" y="509166"/>
                </a:lnTo>
                <a:lnTo>
                  <a:pt x="11683947" y="507537"/>
                </a:lnTo>
                <a:lnTo>
                  <a:pt x="11688699" y="506551"/>
                </a:lnTo>
                <a:lnTo>
                  <a:pt x="11693679" y="506220"/>
                </a:lnTo>
                <a:lnTo>
                  <a:pt x="11699960" y="506739"/>
                </a:lnTo>
                <a:lnTo>
                  <a:pt x="11705435" y="508207"/>
                </a:lnTo>
                <a:lnTo>
                  <a:pt x="11710142" y="510495"/>
                </a:lnTo>
                <a:lnTo>
                  <a:pt x="11714118" y="513472"/>
                </a:lnTo>
                <a:lnTo>
                  <a:pt x="11717399" y="517006"/>
                </a:lnTo>
                <a:lnTo>
                  <a:pt x="11720023" y="520968"/>
                </a:lnTo>
                <a:lnTo>
                  <a:pt x="11722027" y="525226"/>
                </a:lnTo>
                <a:lnTo>
                  <a:pt x="11722832" y="526530"/>
                </a:lnTo>
                <a:lnTo>
                  <a:pt x="11723993" y="527419"/>
                </a:lnTo>
                <a:lnTo>
                  <a:pt x="11725380" y="527821"/>
                </a:lnTo>
                <a:lnTo>
                  <a:pt x="11726863" y="527662"/>
                </a:lnTo>
                <a:lnTo>
                  <a:pt x="11759653" y="517454"/>
                </a:lnTo>
                <a:lnTo>
                  <a:pt x="11761066" y="516666"/>
                </a:lnTo>
                <a:lnTo>
                  <a:pt x="11762031" y="515417"/>
                </a:lnTo>
                <a:lnTo>
                  <a:pt x="11762468" y="513879"/>
                </a:lnTo>
                <a:lnTo>
                  <a:pt x="11762295" y="512225"/>
                </a:lnTo>
                <a:lnTo>
                  <a:pt x="11760758" y="507739"/>
                </a:lnTo>
                <a:lnTo>
                  <a:pt x="11760118" y="506220"/>
                </a:lnTo>
                <a:lnTo>
                  <a:pt x="11758900" y="503329"/>
                </a:lnTo>
                <a:lnTo>
                  <a:pt x="11756722" y="499021"/>
                </a:lnTo>
                <a:lnTo>
                  <a:pt x="11754224" y="494840"/>
                </a:lnTo>
                <a:lnTo>
                  <a:pt x="11751407" y="490811"/>
                </a:lnTo>
                <a:lnTo>
                  <a:pt x="11748270" y="486960"/>
                </a:lnTo>
                <a:lnTo>
                  <a:pt x="11744815" y="483311"/>
                </a:lnTo>
                <a:lnTo>
                  <a:pt x="11741041" y="479890"/>
                </a:lnTo>
                <a:lnTo>
                  <a:pt x="11736949" y="476722"/>
                </a:lnTo>
                <a:lnTo>
                  <a:pt x="11732539" y="473831"/>
                </a:lnTo>
                <a:lnTo>
                  <a:pt x="11727811" y="471245"/>
                </a:lnTo>
                <a:lnTo>
                  <a:pt x="11722766" y="468987"/>
                </a:lnTo>
                <a:lnTo>
                  <a:pt x="11717404" y="467083"/>
                </a:lnTo>
                <a:lnTo>
                  <a:pt x="11711725" y="465559"/>
                </a:lnTo>
                <a:lnTo>
                  <a:pt x="11705730" y="464438"/>
                </a:lnTo>
                <a:lnTo>
                  <a:pt x="11699419" y="463748"/>
                </a:lnTo>
                <a:close/>
                <a:moveTo>
                  <a:pt x="11521444" y="463512"/>
                </a:moveTo>
                <a:lnTo>
                  <a:pt x="11515797" y="463699"/>
                </a:lnTo>
                <a:lnTo>
                  <a:pt x="11510269" y="464254"/>
                </a:lnTo>
                <a:lnTo>
                  <a:pt x="11504873" y="465166"/>
                </a:lnTo>
                <a:lnTo>
                  <a:pt x="11499620" y="466426"/>
                </a:lnTo>
                <a:lnTo>
                  <a:pt x="11494524" y="468026"/>
                </a:lnTo>
                <a:lnTo>
                  <a:pt x="11489596" y="469954"/>
                </a:lnTo>
                <a:lnTo>
                  <a:pt x="11484849" y="472202"/>
                </a:lnTo>
                <a:lnTo>
                  <a:pt x="11480295" y="474759"/>
                </a:lnTo>
                <a:lnTo>
                  <a:pt x="11475946" y="477617"/>
                </a:lnTo>
                <a:lnTo>
                  <a:pt x="11471814" y="480765"/>
                </a:lnTo>
                <a:lnTo>
                  <a:pt x="11467912" y="484194"/>
                </a:lnTo>
                <a:lnTo>
                  <a:pt x="11464252" y="487894"/>
                </a:lnTo>
                <a:lnTo>
                  <a:pt x="11460846" y="491855"/>
                </a:lnTo>
                <a:lnTo>
                  <a:pt x="11457706" y="496069"/>
                </a:lnTo>
                <a:lnTo>
                  <a:pt x="11454845" y="500525"/>
                </a:lnTo>
                <a:lnTo>
                  <a:pt x="11452274" y="505214"/>
                </a:lnTo>
                <a:lnTo>
                  <a:pt x="11450007" y="510126"/>
                </a:lnTo>
                <a:lnTo>
                  <a:pt x="11448055" y="515251"/>
                </a:lnTo>
                <a:lnTo>
                  <a:pt x="11446430" y="520581"/>
                </a:lnTo>
                <a:lnTo>
                  <a:pt x="11445145" y="526104"/>
                </a:lnTo>
                <a:lnTo>
                  <a:pt x="11444212" y="531812"/>
                </a:lnTo>
                <a:lnTo>
                  <a:pt x="11443643" y="537695"/>
                </a:lnTo>
                <a:lnTo>
                  <a:pt x="11443451" y="543744"/>
                </a:lnTo>
                <a:lnTo>
                  <a:pt x="11443628" y="549545"/>
                </a:lnTo>
                <a:lnTo>
                  <a:pt x="11444150" y="555198"/>
                </a:lnTo>
                <a:lnTo>
                  <a:pt x="11445009" y="560693"/>
                </a:lnTo>
                <a:lnTo>
                  <a:pt x="11446192" y="566022"/>
                </a:lnTo>
                <a:lnTo>
                  <a:pt x="11447689" y="571177"/>
                </a:lnTo>
                <a:lnTo>
                  <a:pt x="11449489" y="576148"/>
                </a:lnTo>
                <a:lnTo>
                  <a:pt x="11451581" y="580927"/>
                </a:lnTo>
                <a:lnTo>
                  <a:pt x="11453955" y="585504"/>
                </a:lnTo>
                <a:lnTo>
                  <a:pt x="11456600" y="589872"/>
                </a:lnTo>
                <a:lnTo>
                  <a:pt x="11459505" y="594022"/>
                </a:lnTo>
                <a:lnTo>
                  <a:pt x="11462659" y="597944"/>
                </a:lnTo>
                <a:lnTo>
                  <a:pt x="11466051" y="601630"/>
                </a:lnTo>
                <a:lnTo>
                  <a:pt x="11469672" y="605072"/>
                </a:lnTo>
                <a:lnTo>
                  <a:pt x="11473509" y="608260"/>
                </a:lnTo>
                <a:lnTo>
                  <a:pt x="11477552" y="611186"/>
                </a:lnTo>
                <a:lnTo>
                  <a:pt x="11481791" y="613841"/>
                </a:lnTo>
                <a:lnTo>
                  <a:pt x="11486215" y="616217"/>
                </a:lnTo>
                <a:lnTo>
                  <a:pt x="11490812" y="618304"/>
                </a:lnTo>
                <a:lnTo>
                  <a:pt x="11495572" y="620094"/>
                </a:lnTo>
                <a:lnTo>
                  <a:pt x="11500485" y="621578"/>
                </a:lnTo>
                <a:lnTo>
                  <a:pt x="11505540" y="622747"/>
                </a:lnTo>
                <a:lnTo>
                  <a:pt x="11510725" y="623594"/>
                </a:lnTo>
                <a:lnTo>
                  <a:pt x="11516030" y="624108"/>
                </a:lnTo>
                <a:lnTo>
                  <a:pt x="11521444" y="624281"/>
                </a:lnTo>
                <a:lnTo>
                  <a:pt x="11526893" y="624108"/>
                </a:lnTo>
                <a:lnTo>
                  <a:pt x="11532226" y="623594"/>
                </a:lnTo>
                <a:lnTo>
                  <a:pt x="11537434" y="622747"/>
                </a:lnTo>
                <a:lnTo>
                  <a:pt x="11542506" y="621578"/>
                </a:lnTo>
                <a:lnTo>
                  <a:pt x="11547432" y="620094"/>
                </a:lnTo>
                <a:lnTo>
                  <a:pt x="11552202" y="618304"/>
                </a:lnTo>
                <a:lnTo>
                  <a:pt x="11556804" y="616217"/>
                </a:lnTo>
                <a:lnTo>
                  <a:pt x="11561230" y="613841"/>
                </a:lnTo>
                <a:lnTo>
                  <a:pt x="11565467" y="611186"/>
                </a:lnTo>
                <a:lnTo>
                  <a:pt x="11569506" y="608260"/>
                </a:lnTo>
                <a:lnTo>
                  <a:pt x="11573337" y="605072"/>
                </a:lnTo>
                <a:lnTo>
                  <a:pt x="11576949" y="601630"/>
                </a:lnTo>
                <a:lnTo>
                  <a:pt x="11580332" y="597944"/>
                </a:lnTo>
                <a:lnTo>
                  <a:pt x="11583475" y="594022"/>
                </a:lnTo>
                <a:lnTo>
                  <a:pt x="11586368" y="589872"/>
                </a:lnTo>
                <a:lnTo>
                  <a:pt x="11589001" y="585504"/>
                </a:lnTo>
                <a:lnTo>
                  <a:pt x="11591029" y="581573"/>
                </a:lnTo>
                <a:lnTo>
                  <a:pt x="11593443" y="576148"/>
                </a:lnTo>
                <a:lnTo>
                  <a:pt x="11595232" y="571177"/>
                </a:lnTo>
                <a:lnTo>
                  <a:pt x="11596719" y="566022"/>
                </a:lnTo>
                <a:lnTo>
                  <a:pt x="11597893" y="560693"/>
                </a:lnTo>
                <a:lnTo>
                  <a:pt x="11598745" y="555198"/>
                </a:lnTo>
                <a:lnTo>
                  <a:pt x="11599264" y="549545"/>
                </a:lnTo>
                <a:lnTo>
                  <a:pt x="11599439" y="543744"/>
                </a:lnTo>
                <a:lnTo>
                  <a:pt x="11599249" y="537695"/>
                </a:lnTo>
                <a:lnTo>
                  <a:pt x="11598684" y="531812"/>
                </a:lnTo>
                <a:lnTo>
                  <a:pt x="11597758" y="526104"/>
                </a:lnTo>
                <a:lnTo>
                  <a:pt x="11596482" y="520581"/>
                </a:lnTo>
                <a:lnTo>
                  <a:pt x="11594868" y="515251"/>
                </a:lnTo>
                <a:lnTo>
                  <a:pt x="11592928" y="510126"/>
                </a:lnTo>
                <a:lnTo>
                  <a:pt x="11591135" y="506220"/>
                </a:lnTo>
                <a:lnTo>
                  <a:pt x="11590673" y="505214"/>
                </a:lnTo>
                <a:lnTo>
                  <a:pt x="11588115" y="500525"/>
                </a:lnTo>
                <a:lnTo>
                  <a:pt x="11585266" y="496069"/>
                </a:lnTo>
                <a:lnTo>
                  <a:pt x="11582139" y="491855"/>
                </a:lnTo>
                <a:lnTo>
                  <a:pt x="11578743" y="487894"/>
                </a:lnTo>
                <a:lnTo>
                  <a:pt x="11575093" y="484194"/>
                </a:lnTo>
                <a:lnTo>
                  <a:pt x="11571198" y="480765"/>
                </a:lnTo>
                <a:lnTo>
                  <a:pt x="11567072" y="477617"/>
                </a:lnTo>
                <a:lnTo>
                  <a:pt x="11562725" y="474759"/>
                </a:lnTo>
                <a:lnTo>
                  <a:pt x="11558170" y="472202"/>
                </a:lnTo>
                <a:lnTo>
                  <a:pt x="11553419" y="469954"/>
                </a:lnTo>
                <a:lnTo>
                  <a:pt x="11548483" y="468026"/>
                </a:lnTo>
                <a:lnTo>
                  <a:pt x="11543374" y="466426"/>
                </a:lnTo>
                <a:lnTo>
                  <a:pt x="11538104" y="465166"/>
                </a:lnTo>
                <a:lnTo>
                  <a:pt x="11532684" y="464254"/>
                </a:lnTo>
                <a:lnTo>
                  <a:pt x="11527127" y="463699"/>
                </a:lnTo>
                <a:close/>
                <a:moveTo>
                  <a:pt x="11185373" y="461252"/>
                </a:moveTo>
                <a:lnTo>
                  <a:pt x="11178574" y="461590"/>
                </a:lnTo>
                <a:lnTo>
                  <a:pt x="11172185" y="462553"/>
                </a:lnTo>
                <a:lnTo>
                  <a:pt x="11166247" y="464065"/>
                </a:lnTo>
                <a:lnTo>
                  <a:pt x="11160797" y="466053"/>
                </a:lnTo>
                <a:lnTo>
                  <a:pt x="11155875" y="468439"/>
                </a:lnTo>
                <a:lnTo>
                  <a:pt x="11151519" y="471149"/>
                </a:lnTo>
                <a:lnTo>
                  <a:pt x="11147768" y="474108"/>
                </a:lnTo>
                <a:lnTo>
                  <a:pt x="11142240" y="480471"/>
                </a:lnTo>
                <a:lnTo>
                  <a:pt x="11142240" y="469019"/>
                </a:lnTo>
                <a:lnTo>
                  <a:pt x="11141927" y="467421"/>
                </a:lnTo>
                <a:lnTo>
                  <a:pt x="11141075" y="466115"/>
                </a:lnTo>
                <a:lnTo>
                  <a:pt x="11139810" y="465235"/>
                </a:lnTo>
                <a:lnTo>
                  <a:pt x="11138261" y="464912"/>
                </a:lnTo>
                <a:lnTo>
                  <a:pt x="11102790" y="464912"/>
                </a:lnTo>
                <a:lnTo>
                  <a:pt x="11101241" y="465235"/>
                </a:lnTo>
                <a:lnTo>
                  <a:pt x="11099976" y="466115"/>
                </a:lnTo>
                <a:lnTo>
                  <a:pt x="11099124" y="467421"/>
                </a:lnTo>
                <a:lnTo>
                  <a:pt x="11098811" y="469019"/>
                </a:lnTo>
                <a:lnTo>
                  <a:pt x="11098811" y="670386"/>
                </a:lnTo>
                <a:lnTo>
                  <a:pt x="11099124" y="671985"/>
                </a:lnTo>
                <a:lnTo>
                  <a:pt x="11099976" y="673290"/>
                </a:lnTo>
                <a:lnTo>
                  <a:pt x="11101241" y="674170"/>
                </a:lnTo>
                <a:lnTo>
                  <a:pt x="11102790" y="674493"/>
                </a:lnTo>
                <a:lnTo>
                  <a:pt x="11139739" y="674493"/>
                </a:lnTo>
                <a:lnTo>
                  <a:pt x="11141287" y="674170"/>
                </a:lnTo>
                <a:lnTo>
                  <a:pt x="11142551" y="673290"/>
                </a:lnTo>
                <a:lnTo>
                  <a:pt x="11143404" y="671985"/>
                </a:lnTo>
                <a:lnTo>
                  <a:pt x="11143716" y="670386"/>
                </a:lnTo>
                <a:lnTo>
                  <a:pt x="11143716" y="604634"/>
                </a:lnTo>
                <a:lnTo>
                  <a:pt x="11146606" y="607741"/>
                </a:lnTo>
                <a:lnTo>
                  <a:pt x="11150156" y="610620"/>
                </a:lnTo>
                <a:lnTo>
                  <a:pt x="11154337" y="613213"/>
                </a:lnTo>
                <a:lnTo>
                  <a:pt x="11159116" y="615463"/>
                </a:lnTo>
                <a:lnTo>
                  <a:pt x="11164463" y="617313"/>
                </a:lnTo>
                <a:lnTo>
                  <a:pt x="11170347" y="618705"/>
                </a:lnTo>
                <a:lnTo>
                  <a:pt x="11176736" y="619583"/>
                </a:lnTo>
                <a:lnTo>
                  <a:pt x="11183599" y="619888"/>
                </a:lnTo>
                <a:lnTo>
                  <a:pt x="11189122" y="619684"/>
                </a:lnTo>
                <a:lnTo>
                  <a:pt x="11194486" y="619079"/>
                </a:lnTo>
                <a:lnTo>
                  <a:pt x="11199680" y="618084"/>
                </a:lnTo>
                <a:lnTo>
                  <a:pt x="11204696" y="616711"/>
                </a:lnTo>
                <a:lnTo>
                  <a:pt x="11209524" y="614971"/>
                </a:lnTo>
                <a:lnTo>
                  <a:pt x="11214154" y="612876"/>
                </a:lnTo>
                <a:lnTo>
                  <a:pt x="11218577" y="610437"/>
                </a:lnTo>
                <a:lnTo>
                  <a:pt x="11222783" y="607665"/>
                </a:lnTo>
                <a:lnTo>
                  <a:pt x="11226683" y="604634"/>
                </a:lnTo>
                <a:lnTo>
                  <a:pt x="11230508" y="601168"/>
                </a:lnTo>
                <a:lnTo>
                  <a:pt x="11234008" y="597465"/>
                </a:lnTo>
                <a:lnTo>
                  <a:pt x="11237253" y="593475"/>
                </a:lnTo>
                <a:lnTo>
                  <a:pt x="11240234" y="589209"/>
                </a:lnTo>
                <a:lnTo>
                  <a:pt x="11242942" y="584679"/>
                </a:lnTo>
                <a:lnTo>
                  <a:pt x="11245367" y="579895"/>
                </a:lnTo>
                <a:lnTo>
                  <a:pt x="11246001" y="578398"/>
                </a:lnTo>
                <a:lnTo>
                  <a:pt x="11249329" y="569612"/>
                </a:lnTo>
                <a:lnTo>
                  <a:pt x="11250847" y="564136"/>
                </a:lnTo>
                <a:lnTo>
                  <a:pt x="11252048" y="558433"/>
                </a:lnTo>
                <a:lnTo>
                  <a:pt x="11252912" y="552571"/>
                </a:lnTo>
                <a:lnTo>
                  <a:pt x="11253440" y="546505"/>
                </a:lnTo>
                <a:lnTo>
                  <a:pt x="11253618" y="540265"/>
                </a:lnTo>
                <a:lnTo>
                  <a:pt x="11253459" y="534142"/>
                </a:lnTo>
                <a:lnTo>
                  <a:pt x="11252987" y="528179"/>
                </a:lnTo>
                <a:lnTo>
                  <a:pt x="11252206" y="522388"/>
                </a:lnTo>
                <a:lnTo>
                  <a:pt x="11251122" y="516781"/>
                </a:lnTo>
                <a:lnTo>
                  <a:pt x="11249739" y="511370"/>
                </a:lnTo>
                <a:lnTo>
                  <a:pt x="11248062" y="506168"/>
                </a:lnTo>
                <a:lnTo>
                  <a:pt x="11246830" y="503046"/>
                </a:lnTo>
                <a:lnTo>
                  <a:pt x="11246097" y="501187"/>
                </a:lnTo>
                <a:lnTo>
                  <a:pt x="11243848" y="496438"/>
                </a:lnTo>
                <a:lnTo>
                  <a:pt x="11241320" y="491935"/>
                </a:lnTo>
                <a:lnTo>
                  <a:pt x="11238519" y="487689"/>
                </a:lnTo>
                <a:lnTo>
                  <a:pt x="11235449" y="483713"/>
                </a:lnTo>
                <a:lnTo>
                  <a:pt x="11232523" y="480471"/>
                </a:lnTo>
                <a:lnTo>
                  <a:pt x="11228522" y="476617"/>
                </a:lnTo>
                <a:lnTo>
                  <a:pt x="11224676" y="473523"/>
                </a:lnTo>
                <a:lnTo>
                  <a:pt x="11220581" y="470746"/>
                </a:lnTo>
                <a:lnTo>
                  <a:pt x="11216243" y="468301"/>
                </a:lnTo>
                <a:lnTo>
                  <a:pt x="11211665" y="466198"/>
                </a:lnTo>
                <a:lnTo>
                  <a:pt x="11206854" y="464450"/>
                </a:lnTo>
                <a:lnTo>
                  <a:pt x="11201815" y="463069"/>
                </a:lnTo>
                <a:lnTo>
                  <a:pt x="11196551" y="462068"/>
                </a:lnTo>
                <a:lnTo>
                  <a:pt x="11191069" y="461458"/>
                </a:lnTo>
                <a:close/>
                <a:moveTo>
                  <a:pt x="10950365" y="403413"/>
                </a:moveTo>
                <a:lnTo>
                  <a:pt x="10948817" y="403736"/>
                </a:lnTo>
                <a:lnTo>
                  <a:pt x="10947553" y="404616"/>
                </a:lnTo>
                <a:lnTo>
                  <a:pt x="10946701" y="405921"/>
                </a:lnTo>
                <a:lnTo>
                  <a:pt x="10946388" y="407520"/>
                </a:lnTo>
                <a:lnTo>
                  <a:pt x="10946388" y="615599"/>
                </a:lnTo>
                <a:lnTo>
                  <a:pt x="10946701" y="617198"/>
                </a:lnTo>
                <a:lnTo>
                  <a:pt x="10947553" y="618503"/>
                </a:lnTo>
                <a:lnTo>
                  <a:pt x="10948817" y="619383"/>
                </a:lnTo>
                <a:lnTo>
                  <a:pt x="10950365" y="619706"/>
                </a:lnTo>
                <a:lnTo>
                  <a:pt x="11075354" y="619706"/>
                </a:lnTo>
                <a:lnTo>
                  <a:pt x="11076902" y="619383"/>
                </a:lnTo>
                <a:lnTo>
                  <a:pt x="11078166" y="618503"/>
                </a:lnTo>
                <a:lnTo>
                  <a:pt x="11079018" y="617198"/>
                </a:lnTo>
                <a:lnTo>
                  <a:pt x="11079331" y="615599"/>
                </a:lnTo>
                <a:lnTo>
                  <a:pt x="11079331" y="578053"/>
                </a:lnTo>
                <a:lnTo>
                  <a:pt x="11076902" y="574268"/>
                </a:lnTo>
                <a:lnTo>
                  <a:pt x="10997043" y="573946"/>
                </a:lnTo>
                <a:lnTo>
                  <a:pt x="10995495" y="573623"/>
                </a:lnTo>
                <a:lnTo>
                  <a:pt x="10994231" y="572743"/>
                </a:lnTo>
                <a:lnTo>
                  <a:pt x="10993378" y="571437"/>
                </a:lnTo>
                <a:lnTo>
                  <a:pt x="10993065" y="569839"/>
                </a:lnTo>
                <a:lnTo>
                  <a:pt x="10993065" y="536563"/>
                </a:lnTo>
                <a:lnTo>
                  <a:pt x="10993378" y="534965"/>
                </a:lnTo>
                <a:lnTo>
                  <a:pt x="10994231" y="533659"/>
                </a:lnTo>
                <a:lnTo>
                  <a:pt x="10995495" y="532779"/>
                </a:lnTo>
                <a:lnTo>
                  <a:pt x="10997043" y="532456"/>
                </a:lnTo>
                <a:lnTo>
                  <a:pt x="11067080" y="532456"/>
                </a:lnTo>
                <a:lnTo>
                  <a:pt x="11068629" y="532134"/>
                </a:lnTo>
                <a:lnTo>
                  <a:pt x="11069893" y="531254"/>
                </a:lnTo>
                <a:lnTo>
                  <a:pt x="11070746" y="529948"/>
                </a:lnTo>
                <a:lnTo>
                  <a:pt x="11071059" y="528349"/>
                </a:lnTo>
                <a:lnTo>
                  <a:pt x="11071059" y="494159"/>
                </a:lnTo>
                <a:lnTo>
                  <a:pt x="11070746" y="492561"/>
                </a:lnTo>
                <a:lnTo>
                  <a:pt x="11069893" y="491255"/>
                </a:lnTo>
                <a:lnTo>
                  <a:pt x="11068629" y="490375"/>
                </a:lnTo>
                <a:lnTo>
                  <a:pt x="11067080" y="490052"/>
                </a:lnTo>
                <a:lnTo>
                  <a:pt x="10997043" y="490052"/>
                </a:lnTo>
                <a:lnTo>
                  <a:pt x="10995495" y="489730"/>
                </a:lnTo>
                <a:lnTo>
                  <a:pt x="10994231" y="488850"/>
                </a:lnTo>
                <a:lnTo>
                  <a:pt x="10993378" y="487545"/>
                </a:lnTo>
                <a:lnTo>
                  <a:pt x="10993065" y="485945"/>
                </a:lnTo>
                <a:lnTo>
                  <a:pt x="10993065" y="452976"/>
                </a:lnTo>
                <a:lnTo>
                  <a:pt x="10993378" y="451377"/>
                </a:lnTo>
                <a:lnTo>
                  <a:pt x="10994231" y="450072"/>
                </a:lnTo>
                <a:lnTo>
                  <a:pt x="10995495" y="449192"/>
                </a:lnTo>
                <a:lnTo>
                  <a:pt x="10997043" y="448869"/>
                </a:lnTo>
                <a:lnTo>
                  <a:pt x="11075058" y="448869"/>
                </a:lnTo>
                <a:lnTo>
                  <a:pt x="11076606" y="448546"/>
                </a:lnTo>
                <a:lnTo>
                  <a:pt x="11077870" y="447666"/>
                </a:lnTo>
                <a:lnTo>
                  <a:pt x="11078722" y="446361"/>
                </a:lnTo>
                <a:lnTo>
                  <a:pt x="11079035" y="444762"/>
                </a:lnTo>
                <a:lnTo>
                  <a:pt x="11079035" y="407520"/>
                </a:lnTo>
                <a:lnTo>
                  <a:pt x="11078722" y="405921"/>
                </a:lnTo>
                <a:lnTo>
                  <a:pt x="11077870" y="404616"/>
                </a:lnTo>
                <a:lnTo>
                  <a:pt x="11076606" y="403736"/>
                </a:lnTo>
                <a:lnTo>
                  <a:pt x="11075058" y="403413"/>
                </a:lnTo>
                <a:close/>
                <a:moveTo>
                  <a:pt x="11296109" y="394567"/>
                </a:moveTo>
                <a:lnTo>
                  <a:pt x="11290921" y="395120"/>
                </a:lnTo>
                <a:lnTo>
                  <a:pt x="11286065" y="396707"/>
                </a:lnTo>
                <a:lnTo>
                  <a:pt x="11281652" y="399216"/>
                </a:lnTo>
                <a:lnTo>
                  <a:pt x="11277793" y="402537"/>
                </a:lnTo>
                <a:lnTo>
                  <a:pt x="11274599" y="406558"/>
                </a:lnTo>
                <a:lnTo>
                  <a:pt x="11272180" y="411169"/>
                </a:lnTo>
                <a:lnTo>
                  <a:pt x="11270647" y="416260"/>
                </a:lnTo>
                <a:lnTo>
                  <a:pt x="11270112" y="421718"/>
                </a:lnTo>
                <a:lnTo>
                  <a:pt x="11270647" y="427176"/>
                </a:lnTo>
                <a:lnTo>
                  <a:pt x="11272180" y="432267"/>
                </a:lnTo>
                <a:lnTo>
                  <a:pt x="11274599" y="436878"/>
                </a:lnTo>
                <a:lnTo>
                  <a:pt x="11277793" y="440899"/>
                </a:lnTo>
                <a:lnTo>
                  <a:pt x="11281652" y="444220"/>
                </a:lnTo>
                <a:lnTo>
                  <a:pt x="11286065" y="446729"/>
                </a:lnTo>
                <a:lnTo>
                  <a:pt x="11290921" y="448315"/>
                </a:lnTo>
                <a:lnTo>
                  <a:pt x="11296109" y="448869"/>
                </a:lnTo>
                <a:lnTo>
                  <a:pt x="11301493" y="448315"/>
                </a:lnTo>
                <a:lnTo>
                  <a:pt x="11306495" y="446729"/>
                </a:lnTo>
                <a:lnTo>
                  <a:pt x="11311014" y="444220"/>
                </a:lnTo>
                <a:lnTo>
                  <a:pt x="11314943" y="440899"/>
                </a:lnTo>
                <a:lnTo>
                  <a:pt x="11318181" y="436878"/>
                </a:lnTo>
                <a:lnTo>
                  <a:pt x="11320622" y="432267"/>
                </a:lnTo>
                <a:lnTo>
                  <a:pt x="11322162" y="427176"/>
                </a:lnTo>
                <a:lnTo>
                  <a:pt x="11322699" y="421718"/>
                </a:lnTo>
                <a:lnTo>
                  <a:pt x="11322162" y="416260"/>
                </a:lnTo>
                <a:lnTo>
                  <a:pt x="11320622" y="411169"/>
                </a:lnTo>
                <a:lnTo>
                  <a:pt x="11318181" y="406558"/>
                </a:lnTo>
                <a:lnTo>
                  <a:pt x="11314943" y="402537"/>
                </a:lnTo>
                <a:lnTo>
                  <a:pt x="11311014" y="399216"/>
                </a:lnTo>
                <a:lnTo>
                  <a:pt x="11306495" y="396707"/>
                </a:lnTo>
                <a:lnTo>
                  <a:pt x="11301493" y="395120"/>
                </a:lnTo>
                <a:close/>
                <a:moveTo>
                  <a:pt x="10752746" y="360994"/>
                </a:moveTo>
                <a:lnTo>
                  <a:pt x="10747330" y="361736"/>
                </a:lnTo>
                <a:lnTo>
                  <a:pt x="10742199" y="363963"/>
                </a:lnTo>
                <a:lnTo>
                  <a:pt x="10639873" y="426020"/>
                </a:lnTo>
                <a:lnTo>
                  <a:pt x="10635473" y="429574"/>
                </a:lnTo>
                <a:lnTo>
                  <a:pt x="10632154" y="434129"/>
                </a:lnTo>
                <a:lnTo>
                  <a:pt x="10630058" y="439426"/>
                </a:lnTo>
                <a:lnTo>
                  <a:pt x="10629328" y="445206"/>
                </a:lnTo>
                <a:lnTo>
                  <a:pt x="10629328" y="569319"/>
                </a:lnTo>
                <a:lnTo>
                  <a:pt x="10630058" y="575100"/>
                </a:lnTo>
                <a:lnTo>
                  <a:pt x="10632154" y="580397"/>
                </a:lnTo>
                <a:lnTo>
                  <a:pt x="10635473" y="584952"/>
                </a:lnTo>
                <a:lnTo>
                  <a:pt x="10639874" y="588508"/>
                </a:lnTo>
                <a:lnTo>
                  <a:pt x="10742199" y="650564"/>
                </a:lnTo>
                <a:lnTo>
                  <a:pt x="10747330" y="652790"/>
                </a:lnTo>
                <a:lnTo>
                  <a:pt x="10752746" y="653532"/>
                </a:lnTo>
                <a:lnTo>
                  <a:pt x="10758161" y="652790"/>
                </a:lnTo>
                <a:lnTo>
                  <a:pt x="10763292" y="650564"/>
                </a:lnTo>
                <a:lnTo>
                  <a:pt x="10859051" y="592490"/>
                </a:lnTo>
                <a:lnTo>
                  <a:pt x="10865618" y="588508"/>
                </a:lnTo>
                <a:lnTo>
                  <a:pt x="10870019" y="584952"/>
                </a:lnTo>
                <a:lnTo>
                  <a:pt x="10873338" y="580397"/>
                </a:lnTo>
                <a:lnTo>
                  <a:pt x="10875433" y="575100"/>
                </a:lnTo>
                <a:lnTo>
                  <a:pt x="10876163" y="569319"/>
                </a:lnTo>
                <a:lnTo>
                  <a:pt x="10876163" y="517643"/>
                </a:lnTo>
                <a:lnTo>
                  <a:pt x="10752746" y="592490"/>
                </a:lnTo>
                <a:lnTo>
                  <a:pt x="10684110" y="550866"/>
                </a:lnTo>
                <a:lnTo>
                  <a:pt x="10684147" y="465642"/>
                </a:lnTo>
                <a:lnTo>
                  <a:pt x="10747681" y="427089"/>
                </a:lnTo>
                <a:lnTo>
                  <a:pt x="10750143" y="426020"/>
                </a:lnTo>
                <a:lnTo>
                  <a:pt x="10752746" y="425663"/>
                </a:lnTo>
                <a:lnTo>
                  <a:pt x="10755351" y="426020"/>
                </a:lnTo>
                <a:lnTo>
                  <a:pt x="10757817" y="427091"/>
                </a:lnTo>
                <a:lnTo>
                  <a:pt x="10821381" y="465640"/>
                </a:lnTo>
                <a:lnTo>
                  <a:pt x="10761281" y="502088"/>
                </a:lnTo>
                <a:lnTo>
                  <a:pt x="10757129" y="503890"/>
                </a:lnTo>
                <a:lnTo>
                  <a:pt x="10752746" y="504490"/>
                </a:lnTo>
                <a:lnTo>
                  <a:pt x="10748364" y="503889"/>
                </a:lnTo>
                <a:lnTo>
                  <a:pt x="10744212" y="502087"/>
                </a:lnTo>
                <a:lnTo>
                  <a:pt x="10701219" y="476000"/>
                </a:lnTo>
                <a:lnTo>
                  <a:pt x="10701189" y="540465"/>
                </a:lnTo>
                <a:lnTo>
                  <a:pt x="10752746" y="571733"/>
                </a:lnTo>
                <a:lnTo>
                  <a:pt x="10863624" y="504490"/>
                </a:lnTo>
                <a:lnTo>
                  <a:pt x="10876163" y="496886"/>
                </a:lnTo>
                <a:lnTo>
                  <a:pt x="10876163" y="445206"/>
                </a:lnTo>
                <a:lnTo>
                  <a:pt x="10875433" y="439426"/>
                </a:lnTo>
                <a:lnTo>
                  <a:pt x="10873338" y="434129"/>
                </a:lnTo>
                <a:lnTo>
                  <a:pt x="10870019" y="429574"/>
                </a:lnTo>
                <a:lnTo>
                  <a:pt x="10865618" y="426019"/>
                </a:lnTo>
                <a:lnTo>
                  <a:pt x="10865031" y="425663"/>
                </a:lnTo>
                <a:lnTo>
                  <a:pt x="10763292" y="363963"/>
                </a:lnTo>
                <a:lnTo>
                  <a:pt x="10758161" y="361736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70564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Photo - Yellow Logo To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347" y="0"/>
            <a:ext cx="12182478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1521444" y="506220"/>
                </a:moveTo>
                <a:lnTo>
                  <a:pt x="11526077" y="506516"/>
                </a:lnTo>
                <a:lnTo>
                  <a:pt x="11530585" y="507411"/>
                </a:lnTo>
                <a:lnTo>
                  <a:pt x="11534901" y="508912"/>
                </a:lnTo>
                <a:lnTo>
                  <a:pt x="11538958" y="511028"/>
                </a:lnTo>
                <a:lnTo>
                  <a:pt x="11542691" y="513767"/>
                </a:lnTo>
                <a:lnTo>
                  <a:pt x="11546032" y="517137"/>
                </a:lnTo>
                <a:lnTo>
                  <a:pt x="11548914" y="521146"/>
                </a:lnTo>
                <a:lnTo>
                  <a:pt x="11551273" y="525804"/>
                </a:lnTo>
                <a:lnTo>
                  <a:pt x="11553039" y="531116"/>
                </a:lnTo>
                <a:lnTo>
                  <a:pt x="11554148" y="537094"/>
                </a:lnTo>
                <a:lnTo>
                  <a:pt x="11554533" y="543744"/>
                </a:lnTo>
                <a:lnTo>
                  <a:pt x="11554148" y="550401"/>
                </a:lnTo>
                <a:lnTo>
                  <a:pt x="11553039" y="556398"/>
                </a:lnTo>
                <a:lnTo>
                  <a:pt x="11551273" y="561740"/>
                </a:lnTo>
                <a:lnTo>
                  <a:pt x="11548914" y="566433"/>
                </a:lnTo>
                <a:lnTo>
                  <a:pt x="11546032" y="570483"/>
                </a:lnTo>
                <a:lnTo>
                  <a:pt x="11542691" y="573895"/>
                </a:lnTo>
                <a:lnTo>
                  <a:pt x="11538958" y="576673"/>
                </a:lnTo>
                <a:lnTo>
                  <a:pt x="11534901" y="578825"/>
                </a:lnTo>
                <a:lnTo>
                  <a:pt x="11530585" y="580355"/>
                </a:lnTo>
                <a:lnTo>
                  <a:pt x="11526077" y="581269"/>
                </a:lnTo>
                <a:lnTo>
                  <a:pt x="11521444" y="581573"/>
                </a:lnTo>
                <a:lnTo>
                  <a:pt x="11516878" y="581262"/>
                </a:lnTo>
                <a:lnTo>
                  <a:pt x="11512412" y="580331"/>
                </a:lnTo>
                <a:lnTo>
                  <a:pt x="11508116" y="578776"/>
                </a:lnTo>
                <a:lnTo>
                  <a:pt x="11504061" y="576596"/>
                </a:lnTo>
                <a:lnTo>
                  <a:pt x="11500318" y="573791"/>
                </a:lnTo>
                <a:lnTo>
                  <a:pt x="11496957" y="570359"/>
                </a:lnTo>
                <a:lnTo>
                  <a:pt x="11494049" y="566298"/>
                </a:lnTo>
                <a:lnTo>
                  <a:pt x="11491664" y="561608"/>
                </a:lnTo>
                <a:lnTo>
                  <a:pt x="11489874" y="556286"/>
                </a:lnTo>
                <a:lnTo>
                  <a:pt x="11488747" y="550332"/>
                </a:lnTo>
                <a:lnTo>
                  <a:pt x="11488356" y="543744"/>
                </a:lnTo>
                <a:lnTo>
                  <a:pt x="11488747" y="537094"/>
                </a:lnTo>
                <a:lnTo>
                  <a:pt x="11489874" y="531116"/>
                </a:lnTo>
                <a:lnTo>
                  <a:pt x="11491664" y="525804"/>
                </a:lnTo>
                <a:lnTo>
                  <a:pt x="11494049" y="521146"/>
                </a:lnTo>
                <a:lnTo>
                  <a:pt x="11496957" y="517137"/>
                </a:lnTo>
                <a:lnTo>
                  <a:pt x="11500318" y="513767"/>
                </a:lnTo>
                <a:lnTo>
                  <a:pt x="11504061" y="511028"/>
                </a:lnTo>
                <a:lnTo>
                  <a:pt x="11508116" y="508912"/>
                </a:lnTo>
                <a:lnTo>
                  <a:pt x="11512412" y="507411"/>
                </a:lnTo>
                <a:lnTo>
                  <a:pt x="11516878" y="506516"/>
                </a:lnTo>
                <a:close/>
                <a:moveTo>
                  <a:pt x="11176214" y="503046"/>
                </a:moveTo>
                <a:lnTo>
                  <a:pt x="11180986" y="503349"/>
                </a:lnTo>
                <a:lnTo>
                  <a:pt x="11185596" y="504262"/>
                </a:lnTo>
                <a:lnTo>
                  <a:pt x="11189980" y="505787"/>
                </a:lnTo>
                <a:lnTo>
                  <a:pt x="11194077" y="507931"/>
                </a:lnTo>
                <a:lnTo>
                  <a:pt x="11197827" y="510696"/>
                </a:lnTo>
                <a:lnTo>
                  <a:pt x="11201169" y="514087"/>
                </a:lnTo>
                <a:lnTo>
                  <a:pt x="11204040" y="518107"/>
                </a:lnTo>
                <a:lnTo>
                  <a:pt x="11206380" y="522761"/>
                </a:lnTo>
                <a:lnTo>
                  <a:pt x="11208127" y="528054"/>
                </a:lnTo>
                <a:lnTo>
                  <a:pt x="11209220" y="533988"/>
                </a:lnTo>
                <a:lnTo>
                  <a:pt x="11209598" y="540569"/>
                </a:lnTo>
                <a:lnTo>
                  <a:pt x="11209220" y="547157"/>
                </a:lnTo>
                <a:lnTo>
                  <a:pt x="11208127" y="553111"/>
                </a:lnTo>
                <a:lnTo>
                  <a:pt x="11206380" y="558433"/>
                </a:lnTo>
                <a:lnTo>
                  <a:pt x="11204040" y="563123"/>
                </a:lnTo>
                <a:lnTo>
                  <a:pt x="11201169" y="567184"/>
                </a:lnTo>
                <a:lnTo>
                  <a:pt x="11197827" y="570616"/>
                </a:lnTo>
                <a:lnTo>
                  <a:pt x="11194077" y="573421"/>
                </a:lnTo>
                <a:lnTo>
                  <a:pt x="11189980" y="575601"/>
                </a:lnTo>
                <a:lnTo>
                  <a:pt x="11185596" y="577156"/>
                </a:lnTo>
                <a:lnTo>
                  <a:pt x="11180986" y="578088"/>
                </a:lnTo>
                <a:lnTo>
                  <a:pt x="11176214" y="578398"/>
                </a:lnTo>
                <a:lnTo>
                  <a:pt x="11171514" y="578081"/>
                </a:lnTo>
                <a:lnTo>
                  <a:pt x="11166966" y="577131"/>
                </a:lnTo>
                <a:lnTo>
                  <a:pt x="11162630" y="575551"/>
                </a:lnTo>
                <a:lnTo>
                  <a:pt x="11158570" y="573345"/>
                </a:lnTo>
                <a:lnTo>
                  <a:pt x="11154848" y="570513"/>
                </a:lnTo>
                <a:lnTo>
                  <a:pt x="11151528" y="567060"/>
                </a:lnTo>
                <a:lnTo>
                  <a:pt x="11148670" y="562989"/>
                </a:lnTo>
                <a:lnTo>
                  <a:pt x="11146339" y="558301"/>
                </a:lnTo>
                <a:lnTo>
                  <a:pt x="11144596" y="553000"/>
                </a:lnTo>
                <a:lnTo>
                  <a:pt x="11143505" y="547088"/>
                </a:lnTo>
                <a:lnTo>
                  <a:pt x="11143127" y="540569"/>
                </a:lnTo>
                <a:lnTo>
                  <a:pt x="11143505" y="533988"/>
                </a:lnTo>
                <a:lnTo>
                  <a:pt x="11144596" y="528054"/>
                </a:lnTo>
                <a:lnTo>
                  <a:pt x="11146339" y="522761"/>
                </a:lnTo>
                <a:lnTo>
                  <a:pt x="11148670" y="518107"/>
                </a:lnTo>
                <a:lnTo>
                  <a:pt x="11151528" y="514087"/>
                </a:lnTo>
                <a:lnTo>
                  <a:pt x="11154848" y="510696"/>
                </a:lnTo>
                <a:lnTo>
                  <a:pt x="11158570" y="507931"/>
                </a:lnTo>
                <a:lnTo>
                  <a:pt x="11162630" y="505787"/>
                </a:lnTo>
                <a:lnTo>
                  <a:pt x="11166966" y="504262"/>
                </a:lnTo>
                <a:lnTo>
                  <a:pt x="11171514" y="503349"/>
                </a:lnTo>
                <a:close/>
                <a:moveTo>
                  <a:pt x="11277930" y="468088"/>
                </a:moveTo>
                <a:lnTo>
                  <a:pt x="11276382" y="468411"/>
                </a:lnTo>
                <a:lnTo>
                  <a:pt x="11275118" y="469291"/>
                </a:lnTo>
                <a:lnTo>
                  <a:pt x="11274265" y="470596"/>
                </a:lnTo>
                <a:lnTo>
                  <a:pt x="11273953" y="472195"/>
                </a:lnTo>
                <a:lnTo>
                  <a:pt x="11273953" y="615599"/>
                </a:lnTo>
                <a:lnTo>
                  <a:pt x="11274265" y="617198"/>
                </a:lnTo>
                <a:lnTo>
                  <a:pt x="11275118" y="618503"/>
                </a:lnTo>
                <a:lnTo>
                  <a:pt x="11276382" y="619383"/>
                </a:lnTo>
                <a:lnTo>
                  <a:pt x="11277930" y="619706"/>
                </a:lnTo>
                <a:lnTo>
                  <a:pt x="11314879" y="619706"/>
                </a:lnTo>
                <a:lnTo>
                  <a:pt x="11316428" y="619383"/>
                </a:lnTo>
                <a:lnTo>
                  <a:pt x="11317693" y="618503"/>
                </a:lnTo>
                <a:lnTo>
                  <a:pt x="11318546" y="617198"/>
                </a:lnTo>
                <a:lnTo>
                  <a:pt x="11318858" y="615599"/>
                </a:lnTo>
                <a:lnTo>
                  <a:pt x="11318858" y="472195"/>
                </a:lnTo>
                <a:lnTo>
                  <a:pt x="11318546" y="470596"/>
                </a:lnTo>
                <a:lnTo>
                  <a:pt x="11317693" y="469291"/>
                </a:lnTo>
                <a:lnTo>
                  <a:pt x="11316428" y="468411"/>
                </a:lnTo>
                <a:lnTo>
                  <a:pt x="11314879" y="468088"/>
                </a:lnTo>
                <a:close/>
                <a:moveTo>
                  <a:pt x="11426235" y="466563"/>
                </a:moveTo>
                <a:lnTo>
                  <a:pt x="11421520" y="466806"/>
                </a:lnTo>
                <a:lnTo>
                  <a:pt x="11416375" y="467592"/>
                </a:lnTo>
                <a:lnTo>
                  <a:pt x="11411009" y="469008"/>
                </a:lnTo>
                <a:lnTo>
                  <a:pt x="11405629" y="471139"/>
                </a:lnTo>
                <a:lnTo>
                  <a:pt x="11400443" y="474070"/>
                </a:lnTo>
                <a:lnTo>
                  <a:pt x="11395658" y="477888"/>
                </a:lnTo>
                <a:lnTo>
                  <a:pt x="11391483" y="482679"/>
                </a:lnTo>
                <a:lnTo>
                  <a:pt x="11388125" y="488528"/>
                </a:lnTo>
                <a:lnTo>
                  <a:pt x="11388125" y="472194"/>
                </a:lnTo>
                <a:lnTo>
                  <a:pt x="11387812" y="470596"/>
                </a:lnTo>
                <a:lnTo>
                  <a:pt x="11386959" y="469290"/>
                </a:lnTo>
                <a:lnTo>
                  <a:pt x="11385695" y="468410"/>
                </a:lnTo>
                <a:lnTo>
                  <a:pt x="11384146" y="468087"/>
                </a:lnTo>
                <a:lnTo>
                  <a:pt x="11348674" y="468087"/>
                </a:lnTo>
                <a:lnTo>
                  <a:pt x="11347126" y="468410"/>
                </a:lnTo>
                <a:lnTo>
                  <a:pt x="11345861" y="469290"/>
                </a:lnTo>
                <a:lnTo>
                  <a:pt x="11345009" y="470596"/>
                </a:lnTo>
                <a:lnTo>
                  <a:pt x="11344697" y="472194"/>
                </a:lnTo>
                <a:lnTo>
                  <a:pt x="11344697" y="615598"/>
                </a:lnTo>
                <a:lnTo>
                  <a:pt x="11345009" y="617197"/>
                </a:lnTo>
                <a:lnTo>
                  <a:pt x="11345861" y="618503"/>
                </a:lnTo>
                <a:lnTo>
                  <a:pt x="11347126" y="619384"/>
                </a:lnTo>
                <a:lnTo>
                  <a:pt x="11348674" y="619707"/>
                </a:lnTo>
                <a:lnTo>
                  <a:pt x="11385624" y="619707"/>
                </a:lnTo>
                <a:lnTo>
                  <a:pt x="11387172" y="619384"/>
                </a:lnTo>
                <a:lnTo>
                  <a:pt x="11388436" y="618503"/>
                </a:lnTo>
                <a:lnTo>
                  <a:pt x="11389288" y="617197"/>
                </a:lnTo>
                <a:lnTo>
                  <a:pt x="11389601" y="615598"/>
                </a:lnTo>
                <a:lnTo>
                  <a:pt x="11389601" y="553505"/>
                </a:lnTo>
                <a:lnTo>
                  <a:pt x="11389993" y="545737"/>
                </a:lnTo>
                <a:lnTo>
                  <a:pt x="11391125" y="538881"/>
                </a:lnTo>
                <a:lnTo>
                  <a:pt x="11392933" y="532902"/>
                </a:lnTo>
                <a:lnTo>
                  <a:pt x="11395351" y="527762"/>
                </a:lnTo>
                <a:lnTo>
                  <a:pt x="11398313" y="523426"/>
                </a:lnTo>
                <a:lnTo>
                  <a:pt x="11401755" y="519856"/>
                </a:lnTo>
                <a:lnTo>
                  <a:pt x="11405611" y="517018"/>
                </a:lnTo>
                <a:lnTo>
                  <a:pt x="11409816" y="514873"/>
                </a:lnTo>
                <a:lnTo>
                  <a:pt x="11414305" y="513386"/>
                </a:lnTo>
                <a:lnTo>
                  <a:pt x="11419012" y="512521"/>
                </a:lnTo>
                <a:lnTo>
                  <a:pt x="11423872" y="512240"/>
                </a:lnTo>
                <a:lnTo>
                  <a:pt x="11426095" y="512268"/>
                </a:lnTo>
                <a:lnTo>
                  <a:pt x="11428226" y="512358"/>
                </a:lnTo>
                <a:lnTo>
                  <a:pt x="11430317" y="512521"/>
                </a:lnTo>
                <a:lnTo>
                  <a:pt x="11432390" y="512765"/>
                </a:lnTo>
                <a:lnTo>
                  <a:pt x="11433968" y="512669"/>
                </a:lnTo>
                <a:lnTo>
                  <a:pt x="11434843" y="512240"/>
                </a:lnTo>
                <a:lnTo>
                  <a:pt x="11435343" y="511995"/>
                </a:lnTo>
                <a:lnTo>
                  <a:pt x="11436373" y="510845"/>
                </a:lnTo>
                <a:lnTo>
                  <a:pt x="11436911" y="509319"/>
                </a:lnTo>
                <a:lnTo>
                  <a:pt x="11439940" y="488528"/>
                </a:lnTo>
                <a:lnTo>
                  <a:pt x="11442246" y="472693"/>
                </a:lnTo>
                <a:lnTo>
                  <a:pt x="11442183" y="471123"/>
                </a:lnTo>
                <a:lnTo>
                  <a:pt x="11435808" y="467437"/>
                </a:lnTo>
                <a:lnTo>
                  <a:pt x="11429070" y="466668"/>
                </a:lnTo>
                <a:close/>
                <a:moveTo>
                  <a:pt x="11692792" y="463512"/>
                </a:moveTo>
                <a:lnTo>
                  <a:pt x="11687218" y="463699"/>
                </a:lnTo>
                <a:lnTo>
                  <a:pt x="11681757" y="464254"/>
                </a:lnTo>
                <a:lnTo>
                  <a:pt x="11676422" y="465167"/>
                </a:lnTo>
                <a:lnTo>
                  <a:pt x="11671225" y="466428"/>
                </a:lnTo>
                <a:lnTo>
                  <a:pt x="11666179" y="468029"/>
                </a:lnTo>
                <a:lnTo>
                  <a:pt x="11661296" y="469959"/>
                </a:lnTo>
                <a:lnTo>
                  <a:pt x="11656589" y="472210"/>
                </a:lnTo>
                <a:lnTo>
                  <a:pt x="11652069" y="474772"/>
                </a:lnTo>
                <a:lnTo>
                  <a:pt x="11647751" y="477635"/>
                </a:lnTo>
                <a:lnTo>
                  <a:pt x="11643646" y="480790"/>
                </a:lnTo>
                <a:lnTo>
                  <a:pt x="11639767" y="484227"/>
                </a:lnTo>
                <a:lnTo>
                  <a:pt x="11636126" y="487937"/>
                </a:lnTo>
                <a:lnTo>
                  <a:pt x="11632735" y="491911"/>
                </a:lnTo>
                <a:lnTo>
                  <a:pt x="11629609" y="496138"/>
                </a:lnTo>
                <a:lnTo>
                  <a:pt x="11626758" y="500610"/>
                </a:lnTo>
                <a:lnTo>
                  <a:pt x="11624196" y="505317"/>
                </a:lnTo>
                <a:lnTo>
                  <a:pt x="11621934" y="510249"/>
                </a:lnTo>
                <a:lnTo>
                  <a:pt x="11619981" y="515417"/>
                </a:lnTo>
                <a:lnTo>
                  <a:pt x="11618365" y="520753"/>
                </a:lnTo>
                <a:lnTo>
                  <a:pt x="11617082" y="526305"/>
                </a:lnTo>
                <a:lnTo>
                  <a:pt x="11616150" y="532045"/>
                </a:lnTo>
                <a:lnTo>
                  <a:pt x="11615581" y="537963"/>
                </a:lnTo>
                <a:lnTo>
                  <a:pt x="11615389" y="544049"/>
                </a:lnTo>
                <a:lnTo>
                  <a:pt x="11615570" y="549849"/>
                </a:lnTo>
                <a:lnTo>
                  <a:pt x="11616106" y="555497"/>
                </a:lnTo>
                <a:lnTo>
                  <a:pt x="11616985" y="560985"/>
                </a:lnTo>
                <a:lnTo>
                  <a:pt x="11618195" y="566305"/>
                </a:lnTo>
                <a:lnTo>
                  <a:pt x="11619726" y="571448"/>
                </a:lnTo>
                <a:lnTo>
                  <a:pt x="11621565" y="576405"/>
                </a:lnTo>
                <a:lnTo>
                  <a:pt x="11623701" y="581169"/>
                </a:lnTo>
                <a:lnTo>
                  <a:pt x="11626123" y="585730"/>
                </a:lnTo>
                <a:lnTo>
                  <a:pt x="11628818" y="590081"/>
                </a:lnTo>
                <a:lnTo>
                  <a:pt x="11631776" y="594212"/>
                </a:lnTo>
                <a:lnTo>
                  <a:pt x="11634984" y="598115"/>
                </a:lnTo>
                <a:lnTo>
                  <a:pt x="11638432" y="601783"/>
                </a:lnTo>
                <a:lnTo>
                  <a:pt x="11642108" y="605205"/>
                </a:lnTo>
                <a:lnTo>
                  <a:pt x="11645999" y="608375"/>
                </a:lnTo>
                <a:lnTo>
                  <a:pt x="11650096" y="611283"/>
                </a:lnTo>
                <a:lnTo>
                  <a:pt x="11654385" y="613920"/>
                </a:lnTo>
                <a:lnTo>
                  <a:pt x="11658856" y="616279"/>
                </a:lnTo>
                <a:lnTo>
                  <a:pt x="11663497" y="618351"/>
                </a:lnTo>
                <a:lnTo>
                  <a:pt x="11668297" y="620128"/>
                </a:lnTo>
                <a:lnTo>
                  <a:pt x="11673243" y="621600"/>
                </a:lnTo>
                <a:lnTo>
                  <a:pt x="11678325" y="622761"/>
                </a:lnTo>
                <a:lnTo>
                  <a:pt x="11683531" y="623599"/>
                </a:lnTo>
                <a:lnTo>
                  <a:pt x="11688849" y="624109"/>
                </a:lnTo>
                <a:lnTo>
                  <a:pt x="11694268" y="624281"/>
                </a:lnTo>
                <a:lnTo>
                  <a:pt x="11701099" y="624010"/>
                </a:lnTo>
                <a:lnTo>
                  <a:pt x="11707609" y="623217"/>
                </a:lnTo>
                <a:lnTo>
                  <a:pt x="11713794" y="621936"/>
                </a:lnTo>
                <a:lnTo>
                  <a:pt x="11719651" y="620198"/>
                </a:lnTo>
                <a:lnTo>
                  <a:pt x="11725177" y="618037"/>
                </a:lnTo>
                <a:lnTo>
                  <a:pt x="11730369" y="615485"/>
                </a:lnTo>
                <a:lnTo>
                  <a:pt x="11735222" y="612573"/>
                </a:lnTo>
                <a:lnTo>
                  <a:pt x="11739735" y="609335"/>
                </a:lnTo>
                <a:lnTo>
                  <a:pt x="11743903" y="605803"/>
                </a:lnTo>
                <a:lnTo>
                  <a:pt x="11747723" y="602010"/>
                </a:lnTo>
                <a:lnTo>
                  <a:pt x="11751191" y="597987"/>
                </a:lnTo>
                <a:lnTo>
                  <a:pt x="11754306" y="593768"/>
                </a:lnTo>
                <a:lnTo>
                  <a:pt x="11757062" y="589384"/>
                </a:lnTo>
                <a:lnTo>
                  <a:pt x="11759457" y="584868"/>
                </a:lnTo>
                <a:lnTo>
                  <a:pt x="11760907" y="581573"/>
                </a:lnTo>
                <a:lnTo>
                  <a:pt x="11761487" y="580253"/>
                </a:lnTo>
                <a:lnTo>
                  <a:pt x="11763150" y="575571"/>
                </a:lnTo>
                <a:lnTo>
                  <a:pt x="11763335" y="573916"/>
                </a:lnTo>
                <a:lnTo>
                  <a:pt x="11762906" y="572373"/>
                </a:lnTo>
                <a:lnTo>
                  <a:pt x="11761945" y="571115"/>
                </a:lnTo>
                <a:lnTo>
                  <a:pt x="11760533" y="570318"/>
                </a:lnTo>
                <a:lnTo>
                  <a:pt x="11728298" y="560134"/>
                </a:lnTo>
                <a:lnTo>
                  <a:pt x="11726830" y="559968"/>
                </a:lnTo>
                <a:lnTo>
                  <a:pt x="11725453" y="560353"/>
                </a:lnTo>
                <a:lnTo>
                  <a:pt x="11724293" y="561219"/>
                </a:lnTo>
                <a:lnTo>
                  <a:pt x="11723476" y="562496"/>
                </a:lnTo>
                <a:lnTo>
                  <a:pt x="11721377" y="566704"/>
                </a:lnTo>
                <a:lnTo>
                  <a:pt x="11718612" y="570655"/>
                </a:lnTo>
                <a:lnTo>
                  <a:pt x="11715165" y="574206"/>
                </a:lnTo>
                <a:lnTo>
                  <a:pt x="11711023" y="577216"/>
                </a:lnTo>
                <a:lnTo>
                  <a:pt x="11706169" y="579542"/>
                </a:lnTo>
                <a:lnTo>
                  <a:pt x="11700589" y="581041"/>
                </a:lnTo>
                <a:lnTo>
                  <a:pt x="11694268" y="581573"/>
                </a:lnTo>
                <a:lnTo>
                  <a:pt x="11689275" y="581242"/>
                </a:lnTo>
                <a:lnTo>
                  <a:pt x="11684486" y="580258"/>
                </a:lnTo>
                <a:lnTo>
                  <a:pt x="11679957" y="578633"/>
                </a:lnTo>
                <a:lnTo>
                  <a:pt x="11675747" y="576380"/>
                </a:lnTo>
                <a:lnTo>
                  <a:pt x="11671913" y="573511"/>
                </a:lnTo>
                <a:lnTo>
                  <a:pt x="11668511" y="570038"/>
                </a:lnTo>
                <a:lnTo>
                  <a:pt x="11665599" y="565973"/>
                </a:lnTo>
                <a:lnTo>
                  <a:pt x="11663235" y="561330"/>
                </a:lnTo>
                <a:lnTo>
                  <a:pt x="11661475" y="556120"/>
                </a:lnTo>
                <a:lnTo>
                  <a:pt x="11660377" y="550355"/>
                </a:lnTo>
                <a:lnTo>
                  <a:pt x="11659998" y="544049"/>
                </a:lnTo>
                <a:lnTo>
                  <a:pt x="11660363" y="537667"/>
                </a:lnTo>
                <a:lnTo>
                  <a:pt x="11661423" y="531841"/>
                </a:lnTo>
                <a:lnTo>
                  <a:pt x="11663127" y="526581"/>
                </a:lnTo>
                <a:lnTo>
                  <a:pt x="11665421" y="521899"/>
                </a:lnTo>
                <a:lnTo>
                  <a:pt x="11668255" y="517805"/>
                </a:lnTo>
                <a:lnTo>
                  <a:pt x="11671577" y="514311"/>
                </a:lnTo>
                <a:lnTo>
                  <a:pt x="11675334" y="511427"/>
                </a:lnTo>
                <a:lnTo>
                  <a:pt x="11679474" y="509166"/>
                </a:lnTo>
                <a:lnTo>
                  <a:pt x="11683947" y="507537"/>
                </a:lnTo>
                <a:lnTo>
                  <a:pt x="11688699" y="506551"/>
                </a:lnTo>
                <a:lnTo>
                  <a:pt x="11693679" y="506220"/>
                </a:lnTo>
                <a:lnTo>
                  <a:pt x="11699960" y="506739"/>
                </a:lnTo>
                <a:lnTo>
                  <a:pt x="11705435" y="508207"/>
                </a:lnTo>
                <a:lnTo>
                  <a:pt x="11710142" y="510495"/>
                </a:lnTo>
                <a:lnTo>
                  <a:pt x="11714118" y="513472"/>
                </a:lnTo>
                <a:lnTo>
                  <a:pt x="11717399" y="517006"/>
                </a:lnTo>
                <a:lnTo>
                  <a:pt x="11720023" y="520968"/>
                </a:lnTo>
                <a:lnTo>
                  <a:pt x="11722027" y="525226"/>
                </a:lnTo>
                <a:lnTo>
                  <a:pt x="11722832" y="526530"/>
                </a:lnTo>
                <a:lnTo>
                  <a:pt x="11723993" y="527419"/>
                </a:lnTo>
                <a:lnTo>
                  <a:pt x="11725380" y="527821"/>
                </a:lnTo>
                <a:lnTo>
                  <a:pt x="11726863" y="527662"/>
                </a:lnTo>
                <a:lnTo>
                  <a:pt x="11759653" y="517454"/>
                </a:lnTo>
                <a:lnTo>
                  <a:pt x="11761066" y="516666"/>
                </a:lnTo>
                <a:lnTo>
                  <a:pt x="11762031" y="515417"/>
                </a:lnTo>
                <a:lnTo>
                  <a:pt x="11762468" y="513879"/>
                </a:lnTo>
                <a:lnTo>
                  <a:pt x="11762295" y="512225"/>
                </a:lnTo>
                <a:lnTo>
                  <a:pt x="11760758" y="507739"/>
                </a:lnTo>
                <a:lnTo>
                  <a:pt x="11760118" y="506220"/>
                </a:lnTo>
                <a:lnTo>
                  <a:pt x="11758900" y="503329"/>
                </a:lnTo>
                <a:lnTo>
                  <a:pt x="11756722" y="499021"/>
                </a:lnTo>
                <a:lnTo>
                  <a:pt x="11754224" y="494840"/>
                </a:lnTo>
                <a:lnTo>
                  <a:pt x="11751407" y="490811"/>
                </a:lnTo>
                <a:lnTo>
                  <a:pt x="11748270" y="486960"/>
                </a:lnTo>
                <a:lnTo>
                  <a:pt x="11744815" y="483311"/>
                </a:lnTo>
                <a:lnTo>
                  <a:pt x="11741041" y="479890"/>
                </a:lnTo>
                <a:lnTo>
                  <a:pt x="11736949" y="476722"/>
                </a:lnTo>
                <a:lnTo>
                  <a:pt x="11732539" y="473831"/>
                </a:lnTo>
                <a:lnTo>
                  <a:pt x="11727811" y="471245"/>
                </a:lnTo>
                <a:lnTo>
                  <a:pt x="11722766" y="468987"/>
                </a:lnTo>
                <a:lnTo>
                  <a:pt x="11717404" y="467083"/>
                </a:lnTo>
                <a:lnTo>
                  <a:pt x="11711725" y="465559"/>
                </a:lnTo>
                <a:lnTo>
                  <a:pt x="11705730" y="464438"/>
                </a:lnTo>
                <a:lnTo>
                  <a:pt x="11699419" y="463748"/>
                </a:lnTo>
                <a:close/>
                <a:moveTo>
                  <a:pt x="11521444" y="463512"/>
                </a:moveTo>
                <a:lnTo>
                  <a:pt x="11515797" y="463699"/>
                </a:lnTo>
                <a:lnTo>
                  <a:pt x="11510269" y="464254"/>
                </a:lnTo>
                <a:lnTo>
                  <a:pt x="11504873" y="465166"/>
                </a:lnTo>
                <a:lnTo>
                  <a:pt x="11499620" y="466426"/>
                </a:lnTo>
                <a:lnTo>
                  <a:pt x="11494524" y="468026"/>
                </a:lnTo>
                <a:lnTo>
                  <a:pt x="11489596" y="469954"/>
                </a:lnTo>
                <a:lnTo>
                  <a:pt x="11484849" y="472202"/>
                </a:lnTo>
                <a:lnTo>
                  <a:pt x="11480295" y="474759"/>
                </a:lnTo>
                <a:lnTo>
                  <a:pt x="11475946" y="477617"/>
                </a:lnTo>
                <a:lnTo>
                  <a:pt x="11471814" y="480765"/>
                </a:lnTo>
                <a:lnTo>
                  <a:pt x="11467912" y="484194"/>
                </a:lnTo>
                <a:lnTo>
                  <a:pt x="11464252" y="487894"/>
                </a:lnTo>
                <a:lnTo>
                  <a:pt x="11460846" y="491855"/>
                </a:lnTo>
                <a:lnTo>
                  <a:pt x="11457706" y="496069"/>
                </a:lnTo>
                <a:lnTo>
                  <a:pt x="11454845" y="500525"/>
                </a:lnTo>
                <a:lnTo>
                  <a:pt x="11452274" y="505214"/>
                </a:lnTo>
                <a:lnTo>
                  <a:pt x="11450007" y="510126"/>
                </a:lnTo>
                <a:lnTo>
                  <a:pt x="11448055" y="515251"/>
                </a:lnTo>
                <a:lnTo>
                  <a:pt x="11446430" y="520581"/>
                </a:lnTo>
                <a:lnTo>
                  <a:pt x="11445145" y="526104"/>
                </a:lnTo>
                <a:lnTo>
                  <a:pt x="11444212" y="531812"/>
                </a:lnTo>
                <a:lnTo>
                  <a:pt x="11443643" y="537695"/>
                </a:lnTo>
                <a:lnTo>
                  <a:pt x="11443451" y="543744"/>
                </a:lnTo>
                <a:lnTo>
                  <a:pt x="11443628" y="549545"/>
                </a:lnTo>
                <a:lnTo>
                  <a:pt x="11444150" y="555198"/>
                </a:lnTo>
                <a:lnTo>
                  <a:pt x="11445009" y="560693"/>
                </a:lnTo>
                <a:lnTo>
                  <a:pt x="11446192" y="566022"/>
                </a:lnTo>
                <a:lnTo>
                  <a:pt x="11447689" y="571177"/>
                </a:lnTo>
                <a:lnTo>
                  <a:pt x="11449489" y="576148"/>
                </a:lnTo>
                <a:lnTo>
                  <a:pt x="11451581" y="580927"/>
                </a:lnTo>
                <a:lnTo>
                  <a:pt x="11453955" y="585504"/>
                </a:lnTo>
                <a:lnTo>
                  <a:pt x="11456600" y="589872"/>
                </a:lnTo>
                <a:lnTo>
                  <a:pt x="11459505" y="594022"/>
                </a:lnTo>
                <a:lnTo>
                  <a:pt x="11462659" y="597944"/>
                </a:lnTo>
                <a:lnTo>
                  <a:pt x="11466051" y="601630"/>
                </a:lnTo>
                <a:lnTo>
                  <a:pt x="11469672" y="605072"/>
                </a:lnTo>
                <a:lnTo>
                  <a:pt x="11473509" y="608260"/>
                </a:lnTo>
                <a:lnTo>
                  <a:pt x="11477552" y="611186"/>
                </a:lnTo>
                <a:lnTo>
                  <a:pt x="11481791" y="613841"/>
                </a:lnTo>
                <a:lnTo>
                  <a:pt x="11486215" y="616217"/>
                </a:lnTo>
                <a:lnTo>
                  <a:pt x="11490812" y="618304"/>
                </a:lnTo>
                <a:lnTo>
                  <a:pt x="11495572" y="620094"/>
                </a:lnTo>
                <a:lnTo>
                  <a:pt x="11500485" y="621578"/>
                </a:lnTo>
                <a:lnTo>
                  <a:pt x="11505540" y="622747"/>
                </a:lnTo>
                <a:lnTo>
                  <a:pt x="11510725" y="623594"/>
                </a:lnTo>
                <a:lnTo>
                  <a:pt x="11516030" y="624108"/>
                </a:lnTo>
                <a:lnTo>
                  <a:pt x="11521444" y="624281"/>
                </a:lnTo>
                <a:lnTo>
                  <a:pt x="11526893" y="624108"/>
                </a:lnTo>
                <a:lnTo>
                  <a:pt x="11532226" y="623594"/>
                </a:lnTo>
                <a:lnTo>
                  <a:pt x="11537434" y="622747"/>
                </a:lnTo>
                <a:lnTo>
                  <a:pt x="11542506" y="621578"/>
                </a:lnTo>
                <a:lnTo>
                  <a:pt x="11547432" y="620094"/>
                </a:lnTo>
                <a:lnTo>
                  <a:pt x="11552202" y="618304"/>
                </a:lnTo>
                <a:lnTo>
                  <a:pt x="11556804" y="616217"/>
                </a:lnTo>
                <a:lnTo>
                  <a:pt x="11561230" y="613841"/>
                </a:lnTo>
                <a:lnTo>
                  <a:pt x="11565467" y="611186"/>
                </a:lnTo>
                <a:lnTo>
                  <a:pt x="11569506" y="608260"/>
                </a:lnTo>
                <a:lnTo>
                  <a:pt x="11573337" y="605072"/>
                </a:lnTo>
                <a:lnTo>
                  <a:pt x="11576949" y="601630"/>
                </a:lnTo>
                <a:lnTo>
                  <a:pt x="11580332" y="597944"/>
                </a:lnTo>
                <a:lnTo>
                  <a:pt x="11583475" y="594022"/>
                </a:lnTo>
                <a:lnTo>
                  <a:pt x="11586368" y="589872"/>
                </a:lnTo>
                <a:lnTo>
                  <a:pt x="11589001" y="585504"/>
                </a:lnTo>
                <a:lnTo>
                  <a:pt x="11591029" y="581573"/>
                </a:lnTo>
                <a:lnTo>
                  <a:pt x="11593443" y="576148"/>
                </a:lnTo>
                <a:lnTo>
                  <a:pt x="11595232" y="571177"/>
                </a:lnTo>
                <a:lnTo>
                  <a:pt x="11596719" y="566022"/>
                </a:lnTo>
                <a:lnTo>
                  <a:pt x="11597893" y="560693"/>
                </a:lnTo>
                <a:lnTo>
                  <a:pt x="11598745" y="555198"/>
                </a:lnTo>
                <a:lnTo>
                  <a:pt x="11599264" y="549545"/>
                </a:lnTo>
                <a:lnTo>
                  <a:pt x="11599439" y="543744"/>
                </a:lnTo>
                <a:lnTo>
                  <a:pt x="11599249" y="537695"/>
                </a:lnTo>
                <a:lnTo>
                  <a:pt x="11598684" y="531812"/>
                </a:lnTo>
                <a:lnTo>
                  <a:pt x="11597758" y="526104"/>
                </a:lnTo>
                <a:lnTo>
                  <a:pt x="11596482" y="520581"/>
                </a:lnTo>
                <a:lnTo>
                  <a:pt x="11594868" y="515251"/>
                </a:lnTo>
                <a:lnTo>
                  <a:pt x="11592928" y="510126"/>
                </a:lnTo>
                <a:lnTo>
                  <a:pt x="11591135" y="506220"/>
                </a:lnTo>
                <a:lnTo>
                  <a:pt x="11590673" y="505214"/>
                </a:lnTo>
                <a:lnTo>
                  <a:pt x="11588115" y="500525"/>
                </a:lnTo>
                <a:lnTo>
                  <a:pt x="11585266" y="496069"/>
                </a:lnTo>
                <a:lnTo>
                  <a:pt x="11582139" y="491855"/>
                </a:lnTo>
                <a:lnTo>
                  <a:pt x="11578743" y="487894"/>
                </a:lnTo>
                <a:lnTo>
                  <a:pt x="11575093" y="484194"/>
                </a:lnTo>
                <a:lnTo>
                  <a:pt x="11571198" y="480765"/>
                </a:lnTo>
                <a:lnTo>
                  <a:pt x="11567072" y="477617"/>
                </a:lnTo>
                <a:lnTo>
                  <a:pt x="11562725" y="474759"/>
                </a:lnTo>
                <a:lnTo>
                  <a:pt x="11558170" y="472202"/>
                </a:lnTo>
                <a:lnTo>
                  <a:pt x="11553419" y="469954"/>
                </a:lnTo>
                <a:lnTo>
                  <a:pt x="11548483" y="468026"/>
                </a:lnTo>
                <a:lnTo>
                  <a:pt x="11543374" y="466426"/>
                </a:lnTo>
                <a:lnTo>
                  <a:pt x="11538104" y="465166"/>
                </a:lnTo>
                <a:lnTo>
                  <a:pt x="11532684" y="464254"/>
                </a:lnTo>
                <a:lnTo>
                  <a:pt x="11527127" y="463699"/>
                </a:lnTo>
                <a:close/>
                <a:moveTo>
                  <a:pt x="11185373" y="461252"/>
                </a:moveTo>
                <a:lnTo>
                  <a:pt x="11178574" y="461590"/>
                </a:lnTo>
                <a:lnTo>
                  <a:pt x="11172185" y="462553"/>
                </a:lnTo>
                <a:lnTo>
                  <a:pt x="11166247" y="464065"/>
                </a:lnTo>
                <a:lnTo>
                  <a:pt x="11160797" y="466053"/>
                </a:lnTo>
                <a:lnTo>
                  <a:pt x="11155875" y="468439"/>
                </a:lnTo>
                <a:lnTo>
                  <a:pt x="11151519" y="471149"/>
                </a:lnTo>
                <a:lnTo>
                  <a:pt x="11147768" y="474108"/>
                </a:lnTo>
                <a:lnTo>
                  <a:pt x="11142240" y="480471"/>
                </a:lnTo>
                <a:lnTo>
                  <a:pt x="11142240" y="469019"/>
                </a:lnTo>
                <a:lnTo>
                  <a:pt x="11141927" y="467421"/>
                </a:lnTo>
                <a:lnTo>
                  <a:pt x="11141075" y="466115"/>
                </a:lnTo>
                <a:lnTo>
                  <a:pt x="11139810" y="465235"/>
                </a:lnTo>
                <a:lnTo>
                  <a:pt x="11138261" y="464912"/>
                </a:lnTo>
                <a:lnTo>
                  <a:pt x="11102790" y="464912"/>
                </a:lnTo>
                <a:lnTo>
                  <a:pt x="11101241" y="465235"/>
                </a:lnTo>
                <a:lnTo>
                  <a:pt x="11099976" y="466115"/>
                </a:lnTo>
                <a:lnTo>
                  <a:pt x="11099124" y="467421"/>
                </a:lnTo>
                <a:lnTo>
                  <a:pt x="11098811" y="469019"/>
                </a:lnTo>
                <a:lnTo>
                  <a:pt x="11098811" y="670386"/>
                </a:lnTo>
                <a:lnTo>
                  <a:pt x="11099124" y="671985"/>
                </a:lnTo>
                <a:lnTo>
                  <a:pt x="11099976" y="673290"/>
                </a:lnTo>
                <a:lnTo>
                  <a:pt x="11101241" y="674170"/>
                </a:lnTo>
                <a:lnTo>
                  <a:pt x="11102790" y="674493"/>
                </a:lnTo>
                <a:lnTo>
                  <a:pt x="11139739" y="674493"/>
                </a:lnTo>
                <a:lnTo>
                  <a:pt x="11141287" y="674170"/>
                </a:lnTo>
                <a:lnTo>
                  <a:pt x="11142551" y="673290"/>
                </a:lnTo>
                <a:lnTo>
                  <a:pt x="11143404" y="671985"/>
                </a:lnTo>
                <a:lnTo>
                  <a:pt x="11143716" y="670386"/>
                </a:lnTo>
                <a:lnTo>
                  <a:pt x="11143716" y="604634"/>
                </a:lnTo>
                <a:lnTo>
                  <a:pt x="11146606" y="607741"/>
                </a:lnTo>
                <a:lnTo>
                  <a:pt x="11150156" y="610620"/>
                </a:lnTo>
                <a:lnTo>
                  <a:pt x="11154337" y="613213"/>
                </a:lnTo>
                <a:lnTo>
                  <a:pt x="11159116" y="615463"/>
                </a:lnTo>
                <a:lnTo>
                  <a:pt x="11164463" y="617313"/>
                </a:lnTo>
                <a:lnTo>
                  <a:pt x="11170347" y="618705"/>
                </a:lnTo>
                <a:lnTo>
                  <a:pt x="11176736" y="619583"/>
                </a:lnTo>
                <a:lnTo>
                  <a:pt x="11183599" y="619888"/>
                </a:lnTo>
                <a:lnTo>
                  <a:pt x="11189122" y="619684"/>
                </a:lnTo>
                <a:lnTo>
                  <a:pt x="11194486" y="619079"/>
                </a:lnTo>
                <a:lnTo>
                  <a:pt x="11199680" y="618084"/>
                </a:lnTo>
                <a:lnTo>
                  <a:pt x="11204696" y="616711"/>
                </a:lnTo>
                <a:lnTo>
                  <a:pt x="11209524" y="614971"/>
                </a:lnTo>
                <a:lnTo>
                  <a:pt x="11214154" y="612876"/>
                </a:lnTo>
                <a:lnTo>
                  <a:pt x="11218577" y="610437"/>
                </a:lnTo>
                <a:lnTo>
                  <a:pt x="11222783" y="607665"/>
                </a:lnTo>
                <a:lnTo>
                  <a:pt x="11226683" y="604634"/>
                </a:lnTo>
                <a:lnTo>
                  <a:pt x="11230508" y="601168"/>
                </a:lnTo>
                <a:lnTo>
                  <a:pt x="11234008" y="597465"/>
                </a:lnTo>
                <a:lnTo>
                  <a:pt x="11237253" y="593475"/>
                </a:lnTo>
                <a:lnTo>
                  <a:pt x="11240234" y="589209"/>
                </a:lnTo>
                <a:lnTo>
                  <a:pt x="11242942" y="584679"/>
                </a:lnTo>
                <a:lnTo>
                  <a:pt x="11245367" y="579895"/>
                </a:lnTo>
                <a:lnTo>
                  <a:pt x="11246001" y="578398"/>
                </a:lnTo>
                <a:lnTo>
                  <a:pt x="11249329" y="569612"/>
                </a:lnTo>
                <a:lnTo>
                  <a:pt x="11250847" y="564136"/>
                </a:lnTo>
                <a:lnTo>
                  <a:pt x="11252048" y="558433"/>
                </a:lnTo>
                <a:lnTo>
                  <a:pt x="11252912" y="552571"/>
                </a:lnTo>
                <a:lnTo>
                  <a:pt x="11253440" y="546505"/>
                </a:lnTo>
                <a:lnTo>
                  <a:pt x="11253618" y="540265"/>
                </a:lnTo>
                <a:lnTo>
                  <a:pt x="11253459" y="534142"/>
                </a:lnTo>
                <a:lnTo>
                  <a:pt x="11252987" y="528179"/>
                </a:lnTo>
                <a:lnTo>
                  <a:pt x="11252206" y="522388"/>
                </a:lnTo>
                <a:lnTo>
                  <a:pt x="11251122" y="516781"/>
                </a:lnTo>
                <a:lnTo>
                  <a:pt x="11249739" y="511370"/>
                </a:lnTo>
                <a:lnTo>
                  <a:pt x="11248062" y="506168"/>
                </a:lnTo>
                <a:lnTo>
                  <a:pt x="11246830" y="503046"/>
                </a:lnTo>
                <a:lnTo>
                  <a:pt x="11246097" y="501187"/>
                </a:lnTo>
                <a:lnTo>
                  <a:pt x="11243848" y="496438"/>
                </a:lnTo>
                <a:lnTo>
                  <a:pt x="11241320" y="491935"/>
                </a:lnTo>
                <a:lnTo>
                  <a:pt x="11238519" y="487689"/>
                </a:lnTo>
                <a:lnTo>
                  <a:pt x="11235449" y="483713"/>
                </a:lnTo>
                <a:lnTo>
                  <a:pt x="11232523" y="480471"/>
                </a:lnTo>
                <a:lnTo>
                  <a:pt x="11228522" y="476617"/>
                </a:lnTo>
                <a:lnTo>
                  <a:pt x="11224676" y="473523"/>
                </a:lnTo>
                <a:lnTo>
                  <a:pt x="11220581" y="470746"/>
                </a:lnTo>
                <a:lnTo>
                  <a:pt x="11216243" y="468301"/>
                </a:lnTo>
                <a:lnTo>
                  <a:pt x="11211665" y="466198"/>
                </a:lnTo>
                <a:lnTo>
                  <a:pt x="11206854" y="464450"/>
                </a:lnTo>
                <a:lnTo>
                  <a:pt x="11201815" y="463069"/>
                </a:lnTo>
                <a:lnTo>
                  <a:pt x="11196551" y="462068"/>
                </a:lnTo>
                <a:lnTo>
                  <a:pt x="11191069" y="461458"/>
                </a:lnTo>
                <a:close/>
                <a:moveTo>
                  <a:pt x="10950365" y="403413"/>
                </a:moveTo>
                <a:lnTo>
                  <a:pt x="10948817" y="403736"/>
                </a:lnTo>
                <a:lnTo>
                  <a:pt x="10947553" y="404616"/>
                </a:lnTo>
                <a:lnTo>
                  <a:pt x="10946701" y="405921"/>
                </a:lnTo>
                <a:lnTo>
                  <a:pt x="10946388" y="407520"/>
                </a:lnTo>
                <a:lnTo>
                  <a:pt x="10946388" y="615599"/>
                </a:lnTo>
                <a:lnTo>
                  <a:pt x="10946701" y="617198"/>
                </a:lnTo>
                <a:lnTo>
                  <a:pt x="10947553" y="618503"/>
                </a:lnTo>
                <a:lnTo>
                  <a:pt x="10948817" y="619383"/>
                </a:lnTo>
                <a:lnTo>
                  <a:pt x="10950365" y="619706"/>
                </a:lnTo>
                <a:lnTo>
                  <a:pt x="11075354" y="619706"/>
                </a:lnTo>
                <a:lnTo>
                  <a:pt x="11076902" y="619383"/>
                </a:lnTo>
                <a:lnTo>
                  <a:pt x="11078166" y="618503"/>
                </a:lnTo>
                <a:lnTo>
                  <a:pt x="11079018" y="617198"/>
                </a:lnTo>
                <a:lnTo>
                  <a:pt x="11079331" y="615599"/>
                </a:lnTo>
                <a:lnTo>
                  <a:pt x="11079331" y="578053"/>
                </a:lnTo>
                <a:lnTo>
                  <a:pt x="11076902" y="574268"/>
                </a:lnTo>
                <a:lnTo>
                  <a:pt x="10997043" y="573946"/>
                </a:lnTo>
                <a:lnTo>
                  <a:pt x="10995495" y="573623"/>
                </a:lnTo>
                <a:lnTo>
                  <a:pt x="10994231" y="572743"/>
                </a:lnTo>
                <a:lnTo>
                  <a:pt x="10993378" y="571437"/>
                </a:lnTo>
                <a:lnTo>
                  <a:pt x="10993065" y="569839"/>
                </a:lnTo>
                <a:lnTo>
                  <a:pt x="10993065" y="536563"/>
                </a:lnTo>
                <a:lnTo>
                  <a:pt x="10993378" y="534965"/>
                </a:lnTo>
                <a:lnTo>
                  <a:pt x="10994231" y="533659"/>
                </a:lnTo>
                <a:lnTo>
                  <a:pt x="10995495" y="532779"/>
                </a:lnTo>
                <a:lnTo>
                  <a:pt x="10997043" y="532456"/>
                </a:lnTo>
                <a:lnTo>
                  <a:pt x="11067080" y="532456"/>
                </a:lnTo>
                <a:lnTo>
                  <a:pt x="11068629" y="532134"/>
                </a:lnTo>
                <a:lnTo>
                  <a:pt x="11069893" y="531254"/>
                </a:lnTo>
                <a:lnTo>
                  <a:pt x="11070746" y="529948"/>
                </a:lnTo>
                <a:lnTo>
                  <a:pt x="11071059" y="528349"/>
                </a:lnTo>
                <a:lnTo>
                  <a:pt x="11071059" y="494159"/>
                </a:lnTo>
                <a:lnTo>
                  <a:pt x="11070746" y="492561"/>
                </a:lnTo>
                <a:lnTo>
                  <a:pt x="11069893" y="491255"/>
                </a:lnTo>
                <a:lnTo>
                  <a:pt x="11068629" y="490375"/>
                </a:lnTo>
                <a:lnTo>
                  <a:pt x="11067080" y="490052"/>
                </a:lnTo>
                <a:lnTo>
                  <a:pt x="10997043" y="490052"/>
                </a:lnTo>
                <a:lnTo>
                  <a:pt x="10995495" y="489730"/>
                </a:lnTo>
                <a:lnTo>
                  <a:pt x="10994231" y="488850"/>
                </a:lnTo>
                <a:lnTo>
                  <a:pt x="10993378" y="487545"/>
                </a:lnTo>
                <a:lnTo>
                  <a:pt x="10993065" y="485945"/>
                </a:lnTo>
                <a:lnTo>
                  <a:pt x="10993065" y="452976"/>
                </a:lnTo>
                <a:lnTo>
                  <a:pt x="10993378" y="451377"/>
                </a:lnTo>
                <a:lnTo>
                  <a:pt x="10994231" y="450072"/>
                </a:lnTo>
                <a:lnTo>
                  <a:pt x="10995495" y="449192"/>
                </a:lnTo>
                <a:lnTo>
                  <a:pt x="10997043" y="448869"/>
                </a:lnTo>
                <a:lnTo>
                  <a:pt x="11075058" y="448869"/>
                </a:lnTo>
                <a:lnTo>
                  <a:pt x="11076606" y="448546"/>
                </a:lnTo>
                <a:lnTo>
                  <a:pt x="11077870" y="447666"/>
                </a:lnTo>
                <a:lnTo>
                  <a:pt x="11078722" y="446361"/>
                </a:lnTo>
                <a:lnTo>
                  <a:pt x="11079035" y="444762"/>
                </a:lnTo>
                <a:lnTo>
                  <a:pt x="11079035" y="407520"/>
                </a:lnTo>
                <a:lnTo>
                  <a:pt x="11078722" y="405921"/>
                </a:lnTo>
                <a:lnTo>
                  <a:pt x="11077870" y="404616"/>
                </a:lnTo>
                <a:lnTo>
                  <a:pt x="11076606" y="403736"/>
                </a:lnTo>
                <a:lnTo>
                  <a:pt x="11075058" y="403413"/>
                </a:lnTo>
                <a:close/>
                <a:moveTo>
                  <a:pt x="11296109" y="394567"/>
                </a:moveTo>
                <a:lnTo>
                  <a:pt x="11290921" y="395120"/>
                </a:lnTo>
                <a:lnTo>
                  <a:pt x="11286065" y="396707"/>
                </a:lnTo>
                <a:lnTo>
                  <a:pt x="11281652" y="399216"/>
                </a:lnTo>
                <a:lnTo>
                  <a:pt x="11277793" y="402537"/>
                </a:lnTo>
                <a:lnTo>
                  <a:pt x="11274599" y="406558"/>
                </a:lnTo>
                <a:lnTo>
                  <a:pt x="11272180" y="411169"/>
                </a:lnTo>
                <a:lnTo>
                  <a:pt x="11270647" y="416260"/>
                </a:lnTo>
                <a:lnTo>
                  <a:pt x="11270112" y="421718"/>
                </a:lnTo>
                <a:lnTo>
                  <a:pt x="11270647" y="427176"/>
                </a:lnTo>
                <a:lnTo>
                  <a:pt x="11272180" y="432267"/>
                </a:lnTo>
                <a:lnTo>
                  <a:pt x="11274599" y="436878"/>
                </a:lnTo>
                <a:lnTo>
                  <a:pt x="11277793" y="440899"/>
                </a:lnTo>
                <a:lnTo>
                  <a:pt x="11281652" y="444220"/>
                </a:lnTo>
                <a:lnTo>
                  <a:pt x="11286065" y="446729"/>
                </a:lnTo>
                <a:lnTo>
                  <a:pt x="11290921" y="448315"/>
                </a:lnTo>
                <a:lnTo>
                  <a:pt x="11296109" y="448869"/>
                </a:lnTo>
                <a:lnTo>
                  <a:pt x="11301493" y="448315"/>
                </a:lnTo>
                <a:lnTo>
                  <a:pt x="11306495" y="446729"/>
                </a:lnTo>
                <a:lnTo>
                  <a:pt x="11311014" y="444220"/>
                </a:lnTo>
                <a:lnTo>
                  <a:pt x="11314943" y="440899"/>
                </a:lnTo>
                <a:lnTo>
                  <a:pt x="11318181" y="436878"/>
                </a:lnTo>
                <a:lnTo>
                  <a:pt x="11320622" y="432267"/>
                </a:lnTo>
                <a:lnTo>
                  <a:pt x="11322162" y="427176"/>
                </a:lnTo>
                <a:lnTo>
                  <a:pt x="11322699" y="421718"/>
                </a:lnTo>
                <a:lnTo>
                  <a:pt x="11322162" y="416260"/>
                </a:lnTo>
                <a:lnTo>
                  <a:pt x="11320622" y="411169"/>
                </a:lnTo>
                <a:lnTo>
                  <a:pt x="11318181" y="406558"/>
                </a:lnTo>
                <a:lnTo>
                  <a:pt x="11314943" y="402537"/>
                </a:lnTo>
                <a:lnTo>
                  <a:pt x="11311014" y="399216"/>
                </a:lnTo>
                <a:lnTo>
                  <a:pt x="11306495" y="396707"/>
                </a:lnTo>
                <a:lnTo>
                  <a:pt x="11301493" y="395120"/>
                </a:lnTo>
                <a:close/>
                <a:moveTo>
                  <a:pt x="10752746" y="360994"/>
                </a:moveTo>
                <a:lnTo>
                  <a:pt x="10747330" y="361736"/>
                </a:lnTo>
                <a:lnTo>
                  <a:pt x="10742199" y="363963"/>
                </a:lnTo>
                <a:lnTo>
                  <a:pt x="10639873" y="426020"/>
                </a:lnTo>
                <a:lnTo>
                  <a:pt x="10635473" y="429574"/>
                </a:lnTo>
                <a:lnTo>
                  <a:pt x="10632154" y="434129"/>
                </a:lnTo>
                <a:lnTo>
                  <a:pt x="10630058" y="439426"/>
                </a:lnTo>
                <a:lnTo>
                  <a:pt x="10629328" y="445206"/>
                </a:lnTo>
                <a:lnTo>
                  <a:pt x="10629328" y="569319"/>
                </a:lnTo>
                <a:lnTo>
                  <a:pt x="10630058" y="575100"/>
                </a:lnTo>
                <a:lnTo>
                  <a:pt x="10632154" y="580397"/>
                </a:lnTo>
                <a:lnTo>
                  <a:pt x="10635473" y="584952"/>
                </a:lnTo>
                <a:lnTo>
                  <a:pt x="10639874" y="588508"/>
                </a:lnTo>
                <a:lnTo>
                  <a:pt x="10742199" y="650564"/>
                </a:lnTo>
                <a:lnTo>
                  <a:pt x="10747330" y="652790"/>
                </a:lnTo>
                <a:lnTo>
                  <a:pt x="10752746" y="653532"/>
                </a:lnTo>
                <a:lnTo>
                  <a:pt x="10758161" y="652790"/>
                </a:lnTo>
                <a:lnTo>
                  <a:pt x="10763292" y="650564"/>
                </a:lnTo>
                <a:lnTo>
                  <a:pt x="10859051" y="592490"/>
                </a:lnTo>
                <a:lnTo>
                  <a:pt x="10865618" y="588508"/>
                </a:lnTo>
                <a:lnTo>
                  <a:pt x="10870019" y="584952"/>
                </a:lnTo>
                <a:lnTo>
                  <a:pt x="10873338" y="580397"/>
                </a:lnTo>
                <a:lnTo>
                  <a:pt x="10875433" y="575100"/>
                </a:lnTo>
                <a:lnTo>
                  <a:pt x="10876163" y="569319"/>
                </a:lnTo>
                <a:lnTo>
                  <a:pt x="10876163" y="517643"/>
                </a:lnTo>
                <a:lnTo>
                  <a:pt x="10752746" y="592490"/>
                </a:lnTo>
                <a:lnTo>
                  <a:pt x="10684110" y="550866"/>
                </a:lnTo>
                <a:lnTo>
                  <a:pt x="10684147" y="465642"/>
                </a:lnTo>
                <a:lnTo>
                  <a:pt x="10747681" y="427089"/>
                </a:lnTo>
                <a:lnTo>
                  <a:pt x="10750143" y="426020"/>
                </a:lnTo>
                <a:lnTo>
                  <a:pt x="10752746" y="425663"/>
                </a:lnTo>
                <a:lnTo>
                  <a:pt x="10755351" y="426020"/>
                </a:lnTo>
                <a:lnTo>
                  <a:pt x="10757817" y="427091"/>
                </a:lnTo>
                <a:lnTo>
                  <a:pt x="10821381" y="465640"/>
                </a:lnTo>
                <a:lnTo>
                  <a:pt x="10761281" y="502088"/>
                </a:lnTo>
                <a:lnTo>
                  <a:pt x="10757129" y="503890"/>
                </a:lnTo>
                <a:lnTo>
                  <a:pt x="10752746" y="504490"/>
                </a:lnTo>
                <a:lnTo>
                  <a:pt x="10748364" y="503889"/>
                </a:lnTo>
                <a:lnTo>
                  <a:pt x="10744212" y="502087"/>
                </a:lnTo>
                <a:lnTo>
                  <a:pt x="10701219" y="476000"/>
                </a:lnTo>
                <a:lnTo>
                  <a:pt x="10701189" y="540465"/>
                </a:lnTo>
                <a:lnTo>
                  <a:pt x="10752746" y="571733"/>
                </a:lnTo>
                <a:lnTo>
                  <a:pt x="10863624" y="504490"/>
                </a:lnTo>
                <a:lnTo>
                  <a:pt x="10876163" y="496886"/>
                </a:lnTo>
                <a:lnTo>
                  <a:pt x="10876163" y="445206"/>
                </a:lnTo>
                <a:lnTo>
                  <a:pt x="10875433" y="439426"/>
                </a:lnTo>
                <a:lnTo>
                  <a:pt x="10873338" y="434129"/>
                </a:lnTo>
                <a:lnTo>
                  <a:pt x="10870019" y="429574"/>
                </a:lnTo>
                <a:lnTo>
                  <a:pt x="10865618" y="426019"/>
                </a:lnTo>
                <a:lnTo>
                  <a:pt x="10865031" y="425663"/>
                </a:lnTo>
                <a:lnTo>
                  <a:pt x="10763292" y="363963"/>
                </a:lnTo>
                <a:lnTo>
                  <a:pt x="10758161" y="361736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/>
          <p:cNvSpPr>
            <a:spLocks/>
          </p:cNvSpPr>
          <p:nvPr userDrawn="1"/>
        </p:nvSpPr>
        <p:spPr bwMode="auto">
          <a:xfrm>
            <a:off x="-2" y="1"/>
            <a:ext cx="12198096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object 5"/>
          <p:cNvSpPr>
            <a:spLocks/>
          </p:cNvSpPr>
          <p:nvPr userDrawn="1"/>
        </p:nvSpPr>
        <p:spPr bwMode="auto">
          <a:xfrm>
            <a:off x="0" y="5688014"/>
            <a:ext cx="12198096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977898" y="2075687"/>
            <a:ext cx="10245087" cy="932688"/>
          </a:xfrm>
        </p:spPr>
        <p:txBody>
          <a:bodyPr wrap="square" anchor="ctr" anchorCtr="0">
            <a:noAutofit/>
          </a:bodyPr>
          <a:lstStyle>
            <a:lvl1pPr algn="ctr">
              <a:defRPr sz="6000" b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968759" y="3218688"/>
            <a:ext cx="10245087" cy="594360"/>
          </a:xfr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24183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bord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052733"/>
            <a:ext cx="12188824" cy="821226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6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0" y="4566655"/>
                </a:moveTo>
                <a:lnTo>
                  <a:pt x="12188825" y="4566655"/>
                </a:lnTo>
                <a:lnTo>
                  <a:pt x="1218882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2527054"/>
                </a:lnTo>
                <a:lnTo>
                  <a:pt x="0" y="2527054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35619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: Text Onl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>
            <a:spLocks/>
          </p:cNvSpPr>
          <p:nvPr userDrawn="1"/>
        </p:nvSpPr>
        <p:spPr bwMode="auto">
          <a:xfrm>
            <a:off x="0" y="1"/>
            <a:ext cx="12198096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41248" y="728069"/>
            <a:ext cx="8092440" cy="34747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60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Statement, comment, quote or divider in sentence case format on up to four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4206240"/>
            <a:ext cx="8092440" cy="594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object 5"/>
          <p:cNvSpPr>
            <a:spLocks/>
          </p:cNvSpPr>
          <p:nvPr userDrawn="1"/>
        </p:nvSpPr>
        <p:spPr bwMode="auto">
          <a:xfrm>
            <a:off x="0" y="5688014"/>
            <a:ext cx="12198096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29066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: Text Only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>
            <a:spLocks/>
          </p:cNvSpPr>
          <p:nvPr userDrawn="1"/>
        </p:nvSpPr>
        <p:spPr bwMode="auto">
          <a:xfrm>
            <a:off x="0" y="1"/>
            <a:ext cx="12198096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5"/>
          <p:cNvSpPr>
            <a:spLocks/>
          </p:cNvSpPr>
          <p:nvPr userDrawn="1"/>
        </p:nvSpPr>
        <p:spPr bwMode="auto">
          <a:xfrm>
            <a:off x="0" y="5688014"/>
            <a:ext cx="12198096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41248" y="728069"/>
            <a:ext cx="8092440" cy="34747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6000" b="0" i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Statement, comment, quote or divider in sentence case format on up to four lines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41248" y="4206240"/>
            <a:ext cx="8092440" cy="594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318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: Auto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>
            <a:spLocks/>
          </p:cNvSpPr>
          <p:nvPr userDrawn="1"/>
        </p:nvSpPr>
        <p:spPr bwMode="auto">
          <a:xfrm>
            <a:off x="0" y="1"/>
            <a:ext cx="12198096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rgbClr val="6ABEAA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5"/>
          <p:cNvSpPr>
            <a:spLocks/>
          </p:cNvSpPr>
          <p:nvPr userDrawn="1"/>
        </p:nvSpPr>
        <p:spPr bwMode="auto">
          <a:xfrm>
            <a:off x="0" y="5688014"/>
            <a:ext cx="12198096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41248" y="728069"/>
            <a:ext cx="8092440" cy="34747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60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Only to be used for content related to automation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41248" y="4206240"/>
            <a:ext cx="8092440" cy="594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28759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: Text Only - 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>
            <a:spLocks/>
          </p:cNvSpPr>
          <p:nvPr userDrawn="1"/>
        </p:nvSpPr>
        <p:spPr bwMode="auto">
          <a:xfrm>
            <a:off x="0" y="1"/>
            <a:ext cx="12198096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object 5"/>
          <p:cNvSpPr>
            <a:spLocks/>
          </p:cNvSpPr>
          <p:nvPr userDrawn="1"/>
        </p:nvSpPr>
        <p:spPr bwMode="auto">
          <a:xfrm>
            <a:off x="0" y="5688014"/>
            <a:ext cx="12198096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41248" y="728069"/>
            <a:ext cx="8092440" cy="34747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60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Statement, comment, quote or divider in sentence case format on up to four lines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41248" y="4206240"/>
            <a:ext cx="8092440" cy="594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30189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split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>
            <a:spLocks/>
          </p:cNvSpPr>
          <p:nvPr userDrawn="1"/>
        </p:nvSpPr>
        <p:spPr bwMode="auto">
          <a:xfrm>
            <a:off x="0" y="0"/>
            <a:ext cx="12192000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rgbClr val="425563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09493"/>
            <a:endParaRPr lang="en-US" sz="2400">
              <a:solidFill>
                <a:srgbClr val="313C45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592138" y="963613"/>
            <a:ext cx="3827462" cy="3600450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None/>
              <a:defRPr sz="2900">
                <a:solidFill>
                  <a:schemeClr val="bg1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bg1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bg1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bg1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bg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96844" y="0"/>
            <a:ext cx="7291981" cy="5688013"/>
          </a:xfrm>
          <a:custGeom>
            <a:avLst/>
            <a:gdLst/>
            <a:ahLst/>
            <a:cxnLst/>
            <a:rect l="l" t="t" r="r" b="b"/>
            <a:pathLst>
              <a:path w="7291981" h="5688013">
                <a:moveTo>
                  <a:pt x="0" y="0"/>
                </a:moveTo>
                <a:lnTo>
                  <a:pt x="7291981" y="0"/>
                </a:lnTo>
                <a:lnTo>
                  <a:pt x="7291981" y="5688013"/>
                </a:lnTo>
                <a:lnTo>
                  <a:pt x="0" y="5688013"/>
                </a:lnTo>
                <a:close/>
              </a:path>
            </a:pathLst>
          </a:cu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object 5"/>
          <p:cNvSpPr>
            <a:spLocks/>
          </p:cNvSpPr>
          <p:nvPr userDrawn="1"/>
        </p:nvSpPr>
        <p:spPr bwMode="auto">
          <a:xfrm>
            <a:off x="0" y="5688013"/>
            <a:ext cx="12192000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pPr defTabSz="609493"/>
            <a:endParaRPr lang="en-US" sz="2400">
              <a:solidFill>
                <a:srgbClr val="313C45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00238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split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>
            <a:spLocks/>
          </p:cNvSpPr>
          <p:nvPr userDrawn="1"/>
        </p:nvSpPr>
        <p:spPr bwMode="auto">
          <a:xfrm>
            <a:off x="0" y="0"/>
            <a:ext cx="12192000" cy="5688013"/>
          </a:xfrm>
          <a:custGeom>
            <a:avLst/>
            <a:gdLst>
              <a:gd name="T0" fmla="*/ 0 w 12192000"/>
              <a:gd name="T1" fmla="*/ 5687568 h 5687695"/>
              <a:gd name="T2" fmla="*/ 12191974 w 12192000"/>
              <a:gd name="T3" fmla="*/ 5687568 h 5687695"/>
              <a:gd name="T4" fmla="*/ 12191974 w 12192000"/>
              <a:gd name="T5" fmla="*/ 0 h 5687695"/>
              <a:gd name="T6" fmla="*/ 0 w 12192000"/>
              <a:gd name="T7" fmla="*/ 0 h 5687695"/>
              <a:gd name="T8" fmla="*/ 0 w 12192000"/>
              <a:gd name="T9" fmla="*/ 5687568 h 5687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5687695">
                <a:moveTo>
                  <a:pt x="0" y="5687568"/>
                </a:moveTo>
                <a:lnTo>
                  <a:pt x="12191974" y="5687568"/>
                </a:lnTo>
                <a:lnTo>
                  <a:pt x="12191974" y="0"/>
                </a:lnTo>
                <a:lnTo>
                  <a:pt x="0" y="0"/>
                </a:lnTo>
                <a:lnTo>
                  <a:pt x="0" y="5687568"/>
                </a:lnTo>
                <a:close/>
              </a:path>
            </a:pathLst>
          </a:custGeom>
          <a:solidFill>
            <a:srgbClr val="425563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09493"/>
            <a:endParaRPr lang="en-US" sz="2400">
              <a:solidFill>
                <a:srgbClr val="313C45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7793038" y="963613"/>
            <a:ext cx="3827462" cy="3600450"/>
          </a:xfrm>
        </p:spPr>
        <p:txBody>
          <a:bodyPr>
            <a:normAutofit/>
          </a:bodyPr>
          <a:lstStyle>
            <a:lvl1pPr>
              <a:defRPr sz="29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bject 5"/>
          <p:cNvSpPr>
            <a:spLocks/>
          </p:cNvSpPr>
          <p:nvPr userDrawn="1"/>
        </p:nvSpPr>
        <p:spPr bwMode="auto">
          <a:xfrm>
            <a:off x="0" y="5688013"/>
            <a:ext cx="12192000" cy="1169987"/>
          </a:xfrm>
          <a:custGeom>
            <a:avLst/>
            <a:gdLst>
              <a:gd name="T0" fmla="*/ 0 w 12192000"/>
              <a:gd name="T1" fmla="*/ 1170431 h 1170940"/>
              <a:gd name="T2" fmla="*/ 12191974 w 12192000"/>
              <a:gd name="T3" fmla="*/ 1170431 h 1170940"/>
              <a:gd name="T4" fmla="*/ 12191974 w 12192000"/>
              <a:gd name="T5" fmla="*/ 0 h 1170940"/>
              <a:gd name="T6" fmla="*/ 0 w 12192000"/>
              <a:gd name="T7" fmla="*/ 0 h 1170940"/>
              <a:gd name="T8" fmla="*/ 0 w 12192000"/>
              <a:gd name="T9" fmla="*/ 1170431 h 1170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92000" h="1170940">
                <a:moveTo>
                  <a:pt x="0" y="1170431"/>
                </a:moveTo>
                <a:lnTo>
                  <a:pt x="12191974" y="1170431"/>
                </a:lnTo>
                <a:lnTo>
                  <a:pt x="12191974" y="0"/>
                </a:lnTo>
                <a:lnTo>
                  <a:pt x="0" y="0"/>
                </a:lnTo>
                <a:lnTo>
                  <a:pt x="0" y="11704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lIns="0" tIns="0" rIns="0" bIns="0"/>
          <a:lstStyle/>
          <a:p>
            <a:pPr defTabSz="609493"/>
            <a:endParaRPr lang="en-US" sz="2400">
              <a:solidFill>
                <a:srgbClr val="313C45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398611" cy="5687568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6135840"/>
            <a:ext cx="1177179" cy="3188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61943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2627"/>
            <a:ext cx="9966960" cy="5254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572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53CBFBD-7519-6844-B3AC-8D991A83E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55A6B97-2A9C-7D4E-81B4-DD7EF8FED5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266" y="2020824"/>
            <a:ext cx="7640380" cy="3984689"/>
          </a:xfrm>
        </p:spPr>
        <p:txBody>
          <a:bodyPr lIns="91440" rIns="9144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5000"/>
              <a:buFontTx/>
              <a:buNone/>
              <a:tabLst>
                <a:tab pos="1824038" algn="l"/>
              </a:tabLst>
              <a:defRPr sz="1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tabLst>
                <a:tab pos="1824038" algn="l"/>
              </a:tabLs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1445F3-18A2-A14D-8A89-45D4544A9DBF}"/>
              </a:ext>
            </a:extLst>
          </p:cNvPr>
          <p:cNvCxnSpPr/>
          <p:nvPr userDrawn="1"/>
        </p:nvCxnSpPr>
        <p:spPr>
          <a:xfrm flipH="1">
            <a:off x="8412668" y="2020824"/>
            <a:ext cx="7432" cy="400232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4652D8C-D522-E443-A8E9-BA8DF4191B4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769352" y="2020942"/>
            <a:ext cx="2971800" cy="40020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4017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12627"/>
            <a:ext cx="9966960" cy="5254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517903"/>
            <a:ext cx="11329672" cy="4487609"/>
          </a:xfrm>
        </p:spPr>
        <p:txBody>
          <a:bodyPr lIns="91440" rIns="9144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572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53CBFBD-7519-6844-B3AC-8D991A83E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81910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517903"/>
            <a:ext cx="5449824" cy="4487609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204257" y="1517903"/>
            <a:ext cx="5449824" cy="4487609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AD506D2-2447-AA48-BA07-08C6B5E07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79568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Yellow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517903"/>
            <a:ext cx="5449824" cy="4487609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object 10"/>
          <p:cNvSpPr>
            <a:spLocks/>
          </p:cNvSpPr>
          <p:nvPr userDrawn="1"/>
        </p:nvSpPr>
        <p:spPr bwMode="auto">
          <a:xfrm>
            <a:off x="6089552" y="1503362"/>
            <a:ext cx="51855" cy="4489704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6359525" y="1517903"/>
            <a:ext cx="5449824" cy="4487609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DD9DF511-00BA-F74E-9B0F-8B7CADA5B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2169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2020824"/>
            <a:ext cx="3438144" cy="3447288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bg1"/>
                </a:solidFill>
              </a:defRPr>
            </a:lvl1pPr>
            <a:lvl2pPr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sz="1600"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9976" y="2020824"/>
            <a:ext cx="3438144" cy="3447288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bg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8"/>
          </p:nvPr>
        </p:nvSpPr>
        <p:spPr>
          <a:xfrm>
            <a:off x="8326660" y="2020824"/>
            <a:ext cx="3438144" cy="3447288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bg1"/>
                </a:solidFill>
              </a:defRPr>
            </a:lvl1pPr>
            <a:lvl2pPr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sz="1600"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116916" y="2024458"/>
            <a:ext cx="1" cy="344799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flipH="1">
            <a:off x="8074286" y="2024458"/>
            <a:ext cx="1" cy="3447995"/>
          </a:xfrm>
          <a:prstGeom prst="line">
            <a:avLst/>
          </a:prstGeom>
          <a:ln w="12700">
            <a:solidFill>
              <a:srgbClr val="FFCD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941EFE71-2885-C24E-AE15-11CB55A41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658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517904"/>
            <a:ext cx="5449824" cy="416589"/>
          </a:xfrm>
        </p:spPr>
        <p:txBody>
          <a:bodyPr rIns="90000" anchor="b">
            <a:noAutofit/>
          </a:bodyPr>
          <a:lstStyle>
            <a:lvl1pPr marL="0" indent="0">
              <a:spcBef>
                <a:spcPts val="600"/>
              </a:spcBef>
              <a:buNone/>
              <a:defRPr sz="2000" b="0" i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59525" y="1517904"/>
            <a:ext cx="5458664" cy="416589"/>
          </a:xfrm>
        </p:spPr>
        <p:txBody>
          <a:bodyPr rIns="90000" anchor="b">
            <a:noAutofit/>
          </a:bodyPr>
          <a:lstStyle>
            <a:lvl1pPr marL="0" indent="0">
              <a:spcBef>
                <a:spcPts val="600"/>
              </a:spcBef>
              <a:buNone/>
              <a:defRPr sz="2000" b="0" i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</a:t>
            </a:r>
            <a:r>
              <a:rPr lang="en-US" noProof="0"/>
              <a:t>add</a:t>
            </a:r>
            <a:r>
              <a:rPr lang="en-US"/>
              <a:t> 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971675"/>
            <a:ext cx="5449824" cy="4035426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bg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4"/>
          </p:nvPr>
        </p:nvSpPr>
        <p:spPr>
          <a:xfrm>
            <a:off x="6363624" y="1971675"/>
            <a:ext cx="5449824" cy="4035426"/>
          </a:xfrm>
        </p:spPr>
        <p:txBody>
          <a:bodyPr rIns="90000">
            <a:noAutofit/>
          </a:bodyPr>
          <a:lstStyle>
            <a:lvl1pPr>
              <a:spcBef>
                <a:spcPts val="800"/>
              </a:spcBef>
              <a:defRPr sz="1800">
                <a:solidFill>
                  <a:schemeClr val="bg1"/>
                </a:solidFill>
              </a:defRPr>
            </a:lvl1pPr>
            <a:lvl2pPr>
              <a:lnSpc>
                <a:spcPct val="105000"/>
              </a:lnSpc>
              <a:spcBef>
                <a:spcPts val="200"/>
              </a:spcBef>
              <a:spcAft>
                <a:spcPts val="250"/>
              </a:spcAft>
              <a:defRPr sz="1600">
                <a:solidFill>
                  <a:schemeClr val="bg1"/>
                </a:solidFill>
              </a:defRPr>
            </a:lvl2pPr>
            <a:lvl3pPr>
              <a:buClr>
                <a:srgbClr val="425563"/>
              </a:buClr>
              <a:buSzPct val="75000"/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object 10"/>
          <p:cNvSpPr>
            <a:spLocks/>
          </p:cNvSpPr>
          <p:nvPr userDrawn="1"/>
        </p:nvSpPr>
        <p:spPr bwMode="auto">
          <a:xfrm>
            <a:off x="6088700" y="2025166"/>
            <a:ext cx="45719" cy="3821112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rgbClr val="FFC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36070A5F-53D5-4A46-A110-CB7C0E6E4B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4553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4476"/>
            <a:ext cx="5449824" cy="449262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63624" y="1514476"/>
            <a:ext cx="5303520" cy="4492625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F423A33-7EC0-234C-B652-48CF0926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68685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to the left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7364" y="1514476"/>
            <a:ext cx="5449824" cy="4492624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43243" y="1514476"/>
            <a:ext cx="5303520" cy="4492625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144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101399A-7068-E14C-A87E-199C30F8C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6457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 picture to the left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5424" y="411480"/>
            <a:ext cx="5843016" cy="5254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1902" y="1517904"/>
            <a:ext cx="7148264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57822" cy="6857999"/>
          </a:xfrm>
        </p:spPr>
        <p:txBody>
          <a:bodyPr wrap="none" tIns="45720" rtlCol="0" anchor="ctr" anchorCtr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535424" y="932688"/>
            <a:ext cx="5843016" cy="395302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6BFC2FB-8D6F-1645-833E-F256081A0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2925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and High picture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412627"/>
            <a:ext cx="7223760" cy="5254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7223760" cy="449262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63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8128889" y="0"/>
            <a:ext cx="4059936" cy="6858000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11479" y="932688"/>
            <a:ext cx="7223760" cy="374904"/>
          </a:xfrm>
        </p:spPr>
        <p:txBody>
          <a:bodyPr wrap="square" lIns="91440" tIns="46800" rIns="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35565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Fact box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7467854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228600" indent="-217488">
              <a:lnSpc>
                <a:spcPct val="100000"/>
              </a:lnSpc>
              <a:buClr>
                <a:srgbClr val="435363"/>
              </a:buClr>
              <a:buFont typeface="Arial"/>
              <a:buChar char="•"/>
              <a:defRPr sz="1600">
                <a:solidFill>
                  <a:schemeClr val="tx1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4A7FF9A-C757-F743-BC9F-9DE17F1A1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7664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 box to the left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6927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rgbClr val="425559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404010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rgbClr val="425563"/>
                </a:solidFill>
              </a:defRPr>
            </a:lvl1pPr>
            <a:lvl2pPr marL="228600" indent="-217488">
              <a:lnSpc>
                <a:spcPct val="100000"/>
              </a:lnSpc>
              <a:buFont typeface="Arial"/>
              <a:buChar char="•"/>
              <a:defRPr sz="1600">
                <a:solidFill>
                  <a:srgbClr val="425563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rgbClr val="425563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C765B2C-E99A-194B-B108-1C0CF9360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01211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3401" y="1514476"/>
            <a:ext cx="11133744" cy="4491038"/>
          </a:xfrm>
        </p:spPr>
        <p:txBody>
          <a:bodyPr wrap="none" tIns="10800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FB5E6B8-E2B2-C44B-B04E-A923AA0B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810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533400" y="970473"/>
            <a:ext cx="11133744" cy="5035040"/>
          </a:xfrm>
        </p:spPr>
        <p:txBody>
          <a:bodyPr wrap="none" tIns="10800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56E4AE9-4051-2644-805E-D65D16741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39617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Title an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04010" y="2024626"/>
            <a:ext cx="5327904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361814" y="2024626"/>
            <a:ext cx="5305329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000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11" name="object 10"/>
          <p:cNvSpPr>
            <a:spLocks/>
          </p:cNvSpPr>
          <p:nvPr userDrawn="1"/>
        </p:nvSpPr>
        <p:spPr bwMode="auto">
          <a:xfrm>
            <a:off x="6028318" y="2025166"/>
            <a:ext cx="45719" cy="3821112"/>
          </a:xfrm>
          <a:custGeom>
            <a:avLst/>
            <a:gdLst>
              <a:gd name="T0" fmla="*/ 0 h 2499360"/>
              <a:gd name="T1" fmla="*/ 2499207 h 249936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499360">
                <a:moveTo>
                  <a:pt x="0" y="0"/>
                </a:moveTo>
                <a:lnTo>
                  <a:pt x="0" y="2499207"/>
                </a:lnTo>
              </a:path>
            </a:pathLst>
          </a:custGeom>
          <a:noFill/>
          <a:ln w="12700">
            <a:solidFill>
              <a:srgbClr val="FFC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F665CB1-F799-F24E-9630-C66DB9560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22302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411480" y="932688"/>
            <a:ext cx="9966960" cy="374904"/>
          </a:xfrm>
        </p:spPr>
        <p:txBody>
          <a:bodyPr wrap="square" lIns="90000" tIns="46800" rIns="91440" bIns="46800"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noProof="0"/>
              <a:t>subtitle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12636" y="2024626"/>
            <a:ext cx="5327904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361814" y="2024626"/>
            <a:ext cx="5305329" cy="3822192"/>
          </a:xfrm>
        </p:spPr>
        <p:txBody>
          <a:bodyPr wrap="none" tIns="1080000" rtlCol="0">
            <a:normAutofit/>
          </a:bodyPr>
          <a:lstStyle>
            <a:lvl1pPr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576FFF9-72A7-CA4B-98DF-A5F24CACE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5566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and Fact box to the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517904"/>
            <a:ext cx="6693408" cy="4379976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 marL="533400" indent="-276225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chemeClr val="bg1"/>
              </a:buClr>
              <a:defRPr lang="en-US" sz="18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52475" indent="-209550">
              <a:buClr>
                <a:schemeClr val="bg1"/>
              </a:buClr>
              <a:buSzPct val="75000"/>
              <a:defRPr lang="en-US" sz="16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81075" indent="-228600">
              <a:buClr>
                <a:schemeClr val="bg1"/>
              </a:buClr>
              <a:defRPr lang="en-US" sz="140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09675" indent="-219075">
              <a:buClr>
                <a:schemeClr val="bg1"/>
              </a:buClr>
              <a:defRPr lang="en-US" sz="120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7"/>
          </p:nvPr>
        </p:nvSpPr>
        <p:spPr>
          <a:xfrm>
            <a:off x="7467854" y="1517904"/>
            <a:ext cx="4197096" cy="4379976"/>
          </a:xfrm>
          <a:solidFill>
            <a:schemeClr val="tx2"/>
          </a:solidFill>
        </p:spPr>
        <p:txBody>
          <a:bodyPr lIns="432000" tIns="360000" rIns="432000" bIns="360000"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228600" indent="-217488">
              <a:lnSpc>
                <a:spcPct val="100000"/>
              </a:lnSpc>
              <a:buClr>
                <a:srgbClr val="435363"/>
              </a:buClr>
              <a:buFont typeface="Arial"/>
              <a:buChar char="•"/>
              <a:defRPr sz="1600">
                <a:solidFill>
                  <a:schemeClr val="tx1"/>
                </a:solidFill>
              </a:defRPr>
            </a:lvl2pPr>
            <a:lvl3pPr marL="468313" indent="-228600">
              <a:lnSpc>
                <a:spcPct val="100000"/>
              </a:lnSpc>
              <a:buClr>
                <a:srgbClr val="435363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11480" y="932688"/>
            <a:ext cx="9966960" cy="374904"/>
          </a:xfrm>
        </p:spPr>
        <p:txBody>
          <a:bodyPr>
            <a:noAutofit/>
          </a:bodyPr>
          <a:lstStyle>
            <a:lvl1pPr marL="0" indent="0">
              <a:spcBef>
                <a:spcPts val="830"/>
              </a:spcBef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4A7FF9A-C757-F743-BC9F-9DE17F1A1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5870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428233"/>
            <a:ext cx="10360501" cy="831600"/>
          </a:xfrm>
        </p:spPr>
        <p:txBody>
          <a:bodyPr anchor="ctr" anchorCtr="0">
            <a:noAutofit/>
          </a:bodyPr>
          <a:lstStyle>
            <a:lvl1pPr algn="ctr">
              <a:defRPr sz="4800" b="0" i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926" y="3279334"/>
            <a:ext cx="10360976" cy="51706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C277AE5-447D-2F43-A6A4-644EA5EF4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Promise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 userDrawn="1"/>
        </p:nvSpPr>
        <p:spPr>
          <a:xfrm>
            <a:off x="1" y="0"/>
            <a:ext cx="121980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ect 4"/>
          <p:cNvSpPr txBox="1">
            <a:spLocks/>
          </p:cNvSpPr>
          <p:nvPr userDrawn="1"/>
        </p:nvSpPr>
        <p:spPr>
          <a:xfrm>
            <a:off x="2694498" y="1664565"/>
            <a:ext cx="5175402" cy="551433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 fontAlgn="auto">
              <a:spcBef>
                <a:spcPts val="100"/>
              </a:spcBef>
              <a:spcAft>
                <a:spcPts val="0"/>
              </a:spcAft>
              <a:defRPr/>
            </a:pPr>
            <a:r>
              <a:rPr lang="en-US" sz="3500" b="1" spc="50">
                <a:solidFill>
                  <a:srgbClr val="FFFFFF"/>
                </a:solidFill>
                <a:latin typeface="Arial"/>
                <a:cs typeface="Arial"/>
              </a:rPr>
              <a:t>United.</a:t>
            </a:r>
            <a:r>
              <a:rPr lang="en-US" sz="3500" b="1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3500" b="1" spc="50">
                <a:solidFill>
                  <a:srgbClr val="FFFFFF"/>
                </a:solidFill>
                <a:latin typeface="Arial"/>
                <a:cs typeface="Arial"/>
              </a:rPr>
              <a:t>Inspired.</a:t>
            </a:r>
            <a:endParaRPr lang="en-US" sz="3500">
              <a:latin typeface="Arial"/>
              <a:cs typeface="Arial"/>
            </a:endParaRPr>
          </a:p>
        </p:txBody>
      </p:sp>
      <p:sp>
        <p:nvSpPr>
          <p:cNvPr id="21" name="object 5"/>
          <p:cNvSpPr txBox="1"/>
          <p:nvPr userDrawn="1"/>
        </p:nvSpPr>
        <p:spPr>
          <a:xfrm>
            <a:off x="2716384" y="2152535"/>
            <a:ext cx="8479184" cy="2301091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>
              <a:lnSpc>
                <a:spcPct val="131000"/>
              </a:lnSpc>
              <a:spcBef>
                <a:spcPts val="100"/>
              </a:spcBef>
            </a:pPr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  <a:t>Performance unites us, innovation inspires us,</a:t>
            </a:r>
            <a:b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  <a:t>and </a:t>
            </a:r>
            <a:r>
              <a:rPr lang="en-US" sz="2200" noProof="0">
                <a:solidFill>
                  <a:schemeClr val="tx1"/>
                </a:solidFill>
                <a:latin typeface="Arial" charset="0"/>
                <a:cs typeface="Arial" charset="0"/>
              </a:rPr>
              <a:t>commitment</a:t>
            </a:r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  <a:t> drives us to keep moving forward.</a:t>
            </a:r>
            <a:b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  <a:t>Count on Epiroc to deliver the solutions you need</a:t>
            </a:r>
            <a:b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</a:rPr>
              <a:t>to succeed today and the technology to lead tomorrow.</a:t>
            </a:r>
          </a:p>
          <a:p>
            <a:pPr>
              <a:spcBef>
                <a:spcPts val="50"/>
              </a:spcBef>
            </a:pPr>
            <a:endParaRPr lang="en-US" sz="1200">
              <a:latin typeface="Times New Roman" charset="0"/>
              <a:cs typeface="Times New Roman" charset="0"/>
            </a:endParaRPr>
          </a:p>
          <a:p>
            <a:r>
              <a:rPr lang="en-US" sz="2100" b="1">
                <a:solidFill>
                  <a:srgbClr val="FFFFFF"/>
                </a:solidFill>
                <a:latin typeface="Arial Black" charset="0"/>
                <a:cs typeface="Arial Black" charset="0"/>
              </a:rPr>
              <a:t>epiroc.com</a:t>
            </a:r>
            <a:endParaRPr lang="en-US" sz="2100">
              <a:latin typeface="Arial Black" charset="0"/>
              <a:cs typeface="Arial Black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0911" y="4746944"/>
            <a:ext cx="1727661" cy="4679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5214" y="2296202"/>
            <a:ext cx="6791037" cy="183947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0" Type="http://schemas.openxmlformats.org/officeDocument/2006/relationships/tags" Target="../tags/tag33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tags" Target="../tags/tag42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1.png"/><Relationship Id="rId5" Type="http://schemas.openxmlformats.org/officeDocument/2006/relationships/tags" Target="../tags/tag60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11990"/>
            <a:ext cx="9966960" cy="525401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19803"/>
            <a:ext cx="1177179" cy="3188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77600-4DB3-7A4B-8CFB-266CA732A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E7933-EAA0-C94D-B690-946B54238D30}" type="slidenum">
              <a:rPr lang="en-US" smtClean="0"/>
              <a:t>‹#›</a:t>
            </a:fld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22731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777" r:id="rId1"/>
    <p:sldLayoutId id="2147487823" r:id="rId2"/>
    <p:sldLayoutId id="2147487831" r:id="rId3"/>
    <p:sldLayoutId id="2147487748" r:id="rId4"/>
    <p:sldLayoutId id="2147487747" r:id="rId5"/>
    <p:sldLayoutId id="2147487870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rgbClr val="435363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rgbClr val="425563"/>
        </a:buClr>
        <a:buSzPct val="75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2592" userDrawn="1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36163"/>
            <a:ext cx="9966960" cy="477054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19803"/>
            <a:ext cx="1177179" cy="318859"/>
          </a:xfrm>
          <a:prstGeom prst="rect">
            <a:avLst/>
          </a:prstGeom>
        </p:spPr>
      </p:pic>
      <p:sp>
        <p:nvSpPr>
          <p:cNvPr id="8" name="Text Placeholder 3"/>
          <p:cNvSpPr txBox="1">
            <a:spLocks/>
          </p:cNvSpPr>
          <p:nvPr userDrawn="1"/>
        </p:nvSpPr>
        <p:spPr>
          <a:xfrm>
            <a:off x="8028861" y="6246013"/>
            <a:ext cx="3334466" cy="239234"/>
          </a:xfrm>
          <a:prstGeom prst="rect">
            <a:avLst/>
          </a:prstGeom>
        </p:spPr>
        <p:txBody>
          <a:bodyPr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All rights</a:t>
            </a:r>
            <a:r>
              <a:rPr lang="en-US" sz="900" spc="1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reserved</a:t>
            </a:r>
            <a:r>
              <a:rPr lang="en-US" sz="900" spc="-1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Epiroc.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36FDDE1-F4B8-3F46-B39C-EB27F5E22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9"/>
    </p:custDataLst>
    <p:extLst>
      <p:ext uri="{BB962C8B-B14F-4D97-AF65-F5344CB8AC3E}">
        <p14:creationId xmlns:p14="http://schemas.microsoft.com/office/powerpoint/2010/main" val="8555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50" r:id="rId1"/>
    <p:sldLayoutId id="2147487851" r:id="rId2"/>
    <p:sldLayoutId id="2147487694" r:id="rId3"/>
    <p:sldLayoutId id="2147487753" r:id="rId4"/>
    <p:sldLayoutId id="2147487752" r:id="rId5"/>
    <p:sldLayoutId id="2147487696" r:id="rId6"/>
    <p:sldLayoutId id="2147487697" r:id="rId7"/>
    <p:sldLayoutId id="2147487698" r:id="rId8"/>
    <p:sldLayoutId id="2147487700" r:id="rId9"/>
    <p:sldLayoutId id="2147487699" r:id="rId10"/>
    <p:sldLayoutId id="2147487704" r:id="rId11"/>
    <p:sldLayoutId id="2147487705" r:id="rId12"/>
    <p:sldLayoutId id="2147487702" r:id="rId13"/>
    <p:sldLayoutId id="2147487703" r:id="rId14"/>
    <p:sldLayoutId id="2147487701" r:id="rId15"/>
    <p:sldLayoutId id="2147487713" r:id="rId16"/>
    <p:sldLayoutId id="2147487844" r:id="rId1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rgbClr val="435363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rgbClr val="425563"/>
        </a:buClr>
        <a:buSzPct val="75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3689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11990"/>
            <a:ext cx="9966960" cy="525401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19803"/>
            <a:ext cx="1177179" cy="318859"/>
          </a:xfrm>
          <a:prstGeom prst="rect">
            <a:avLst/>
          </a:prstGeom>
        </p:spPr>
      </p:pic>
      <p:sp>
        <p:nvSpPr>
          <p:cNvPr id="8" name="Text Placeholder 3"/>
          <p:cNvSpPr txBox="1">
            <a:spLocks/>
          </p:cNvSpPr>
          <p:nvPr userDrawn="1"/>
        </p:nvSpPr>
        <p:spPr>
          <a:xfrm>
            <a:off x="8028861" y="6246013"/>
            <a:ext cx="3334466" cy="239234"/>
          </a:xfrm>
          <a:prstGeom prst="rect">
            <a:avLst/>
          </a:prstGeom>
        </p:spPr>
        <p:txBody>
          <a:bodyPr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All rights</a:t>
            </a:r>
            <a:r>
              <a:rPr lang="en-US" sz="900" spc="1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reserved</a:t>
            </a:r>
            <a:r>
              <a:rPr lang="en-US" sz="900" spc="-1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Epiroc.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85474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764" r:id="rId1"/>
    <p:sldLayoutId id="2147487765" r:id="rId2"/>
    <p:sldLayoutId id="2147487833" r:id="rId3"/>
    <p:sldLayoutId id="2147487767" r:id="rId4"/>
    <p:sldLayoutId id="2147487768" r:id="rId5"/>
    <p:sldLayoutId id="2147487832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rgbClr val="435363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rgbClr val="425563"/>
        </a:buClr>
        <a:buSzPct val="75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3689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11990"/>
            <a:ext cx="9966960" cy="525401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19803"/>
            <a:ext cx="1177179" cy="318859"/>
          </a:xfrm>
          <a:prstGeom prst="rect">
            <a:avLst/>
          </a:prstGeom>
        </p:spPr>
      </p:pic>
      <p:sp>
        <p:nvSpPr>
          <p:cNvPr id="8" name="Text Placeholder 3"/>
          <p:cNvSpPr txBox="1">
            <a:spLocks/>
          </p:cNvSpPr>
          <p:nvPr userDrawn="1"/>
        </p:nvSpPr>
        <p:spPr>
          <a:xfrm>
            <a:off x="8028861" y="6246013"/>
            <a:ext cx="3334466" cy="239234"/>
          </a:xfrm>
          <a:prstGeom prst="rect">
            <a:avLst/>
          </a:prstGeom>
        </p:spPr>
        <p:txBody>
          <a:bodyPr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All rights</a:t>
            </a:r>
            <a:r>
              <a:rPr lang="en-US" sz="900" spc="1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reserved</a:t>
            </a:r>
            <a:r>
              <a:rPr lang="en-US" sz="900" spc="-1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Epiroc.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10"/>
    </p:custDataLst>
    <p:extLst>
      <p:ext uri="{BB962C8B-B14F-4D97-AF65-F5344CB8AC3E}">
        <p14:creationId xmlns:p14="http://schemas.microsoft.com/office/powerpoint/2010/main" val="73206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706" r:id="rId1"/>
    <p:sldLayoutId id="2147487755" r:id="rId2"/>
    <p:sldLayoutId id="2147487731" r:id="rId3"/>
    <p:sldLayoutId id="2147487732" r:id="rId4"/>
    <p:sldLayoutId id="2147487733" r:id="rId5"/>
    <p:sldLayoutId id="2147487734" r:id="rId6"/>
    <p:sldLayoutId id="2147487775" r:id="rId7"/>
    <p:sldLayoutId id="2147487776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rgbClr val="435363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rgbClr val="425563"/>
        </a:buClr>
        <a:buSzPct val="75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3689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36163"/>
            <a:ext cx="9966960" cy="477054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3"/>
          <p:cNvSpPr txBox="1">
            <a:spLocks/>
          </p:cNvSpPr>
          <p:nvPr userDrawn="1"/>
        </p:nvSpPr>
        <p:spPr>
          <a:xfrm>
            <a:off x="8028861" y="6246013"/>
            <a:ext cx="3334466" cy="239234"/>
          </a:xfrm>
          <a:prstGeom prst="rect">
            <a:avLst/>
          </a:prstGeom>
        </p:spPr>
        <p:txBody>
          <a:bodyPr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>
                <a:solidFill>
                  <a:schemeClr val="bg1"/>
                </a:solidFill>
                <a:latin typeface="+mn-lt"/>
                <a:ea typeface="+mn-ea"/>
                <a:cs typeface="Arial"/>
              </a:rPr>
              <a:t>All rights</a:t>
            </a:r>
            <a:r>
              <a:rPr lang="en-US" sz="900" spc="100">
                <a:solidFill>
                  <a:schemeClr val="bg1"/>
                </a:solidFill>
                <a:latin typeface="+mn-lt"/>
                <a:ea typeface="+mn-ea"/>
                <a:cs typeface="Arial"/>
              </a:rPr>
              <a:t> </a:t>
            </a:r>
            <a:r>
              <a:rPr lang="en-US" sz="900">
                <a:solidFill>
                  <a:schemeClr val="bg1"/>
                </a:solidFill>
                <a:latin typeface="+mn-lt"/>
                <a:ea typeface="+mn-ea"/>
                <a:cs typeface="Arial"/>
              </a:rPr>
              <a:t>reserved</a:t>
            </a:r>
            <a:r>
              <a:rPr lang="en-US" sz="900" spc="-10">
                <a:solidFill>
                  <a:schemeClr val="bg1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en-US" sz="900">
                <a:solidFill>
                  <a:schemeClr val="bg1"/>
                </a:solidFill>
                <a:latin typeface="+mn-lt"/>
                <a:ea typeface="+mn-ea"/>
                <a:cs typeface="Arial"/>
              </a:rPr>
              <a:t>Epiroc.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36FDDE1-F4B8-3F46-B39C-EB27F5E22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8189" y="6183067"/>
            <a:ext cx="502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FC2F67B-10DA-D246-B5A9-D7CFB0ECA60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43649"/>
            <a:ext cx="1177179" cy="318860"/>
          </a:xfrm>
          <a:prstGeom prst="rect">
            <a:avLst/>
          </a:prstGeom>
        </p:spPr>
      </p:pic>
    </p:spTree>
    <p:custDataLst>
      <p:tags r:id="rId19"/>
    </p:custDataLst>
    <p:extLst>
      <p:ext uri="{BB962C8B-B14F-4D97-AF65-F5344CB8AC3E}">
        <p14:creationId xmlns:p14="http://schemas.microsoft.com/office/powerpoint/2010/main" val="37444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53" r:id="rId1"/>
    <p:sldLayoutId id="2147487854" r:id="rId2"/>
    <p:sldLayoutId id="2147487855" r:id="rId3"/>
    <p:sldLayoutId id="2147487856" r:id="rId4"/>
    <p:sldLayoutId id="2147487857" r:id="rId5"/>
    <p:sldLayoutId id="2147487858" r:id="rId6"/>
    <p:sldLayoutId id="2147487859" r:id="rId7"/>
    <p:sldLayoutId id="2147487860" r:id="rId8"/>
    <p:sldLayoutId id="2147487861" r:id="rId9"/>
    <p:sldLayoutId id="2147487862" r:id="rId10"/>
    <p:sldLayoutId id="2147487863" r:id="rId11"/>
    <p:sldLayoutId id="2147487864" r:id="rId12"/>
    <p:sldLayoutId id="2147487865" r:id="rId13"/>
    <p:sldLayoutId id="2147487866" r:id="rId14"/>
    <p:sldLayoutId id="2147487867" r:id="rId15"/>
    <p:sldLayoutId id="2147487868" r:id="rId16"/>
    <p:sldLayoutId id="2147487869" r:id="rId1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chemeClr val="bg1"/>
        </a:buClr>
        <a:buFont typeface="Arial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>
          <a:schemeClr val="bg1"/>
        </a:buClr>
        <a:buFont typeface="Arial" panose="020B0604020202020204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chemeClr val="bg1"/>
        </a:buClr>
        <a:buSzPct val="75000"/>
        <a:buFont typeface="Courier New"/>
        <a:buChar char="o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3689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265" y="411990"/>
            <a:ext cx="9966960" cy="525401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514476"/>
            <a:ext cx="11253469" cy="4492625"/>
          </a:xfrm>
          <a:prstGeom prst="rect">
            <a:avLst/>
          </a:prstGeom>
        </p:spPr>
        <p:txBody>
          <a:bodyPr vert="horz" lIns="91440" tIns="45720" rIns="91440" bIns="468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533400" y="6184458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533400" y="6309422"/>
            <a:ext cx="3197037" cy="123111"/>
          </a:xfrm>
          <a:prstGeom prst="rect">
            <a:avLst/>
          </a:prstGeom>
        </p:spPr>
        <p:txBody>
          <a:bodyPr vert="horz" wrap="square" lIns="0" tIns="0" rIns="36000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770" y="419803"/>
            <a:ext cx="1177179" cy="318859"/>
          </a:xfrm>
          <a:prstGeom prst="rect">
            <a:avLst/>
          </a:prstGeom>
        </p:spPr>
      </p:pic>
      <p:sp>
        <p:nvSpPr>
          <p:cNvPr id="8" name="Text Placeholder 3"/>
          <p:cNvSpPr txBox="1">
            <a:spLocks/>
          </p:cNvSpPr>
          <p:nvPr userDrawn="1"/>
        </p:nvSpPr>
        <p:spPr>
          <a:xfrm>
            <a:off x="8028861" y="6246013"/>
            <a:ext cx="3334466" cy="239234"/>
          </a:xfrm>
          <a:prstGeom prst="rect">
            <a:avLst/>
          </a:prstGeom>
        </p:spPr>
        <p:txBody>
          <a:bodyPr/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All rights</a:t>
            </a:r>
            <a:r>
              <a:rPr lang="en-US" sz="900" spc="1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reserved</a:t>
            </a:r>
            <a:r>
              <a:rPr lang="en-US" sz="900" spc="-10">
                <a:solidFill>
                  <a:srgbClr val="495362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en-US" sz="900">
                <a:solidFill>
                  <a:srgbClr val="495362"/>
                </a:solidFill>
                <a:latin typeface="+mn-lt"/>
                <a:ea typeface="+mn-ea"/>
                <a:cs typeface="Arial"/>
              </a:rPr>
              <a:t>Epiroc.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213316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27" r:id="rId1"/>
    <p:sldLayoutId id="2147487829" r:id="rId2"/>
    <p:sldLayoutId id="2147487830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914400" rtl="0" eaLnBrk="1" latinLnBrk="0" hangingPunct="1">
        <a:lnSpc>
          <a:spcPct val="105000"/>
        </a:lnSpc>
        <a:spcBef>
          <a:spcPts val="800"/>
        </a:spcBef>
        <a:buClr>
          <a:srgbClr val="435363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76225" algn="l" defTabSz="914400" rtl="0" eaLnBrk="1" latinLnBrk="0" hangingPunct="1">
        <a:lnSpc>
          <a:spcPct val="105000"/>
        </a:lnSpc>
        <a:spcBef>
          <a:spcPts val="250"/>
        </a:spcBef>
        <a:spcAft>
          <a:spcPts val="25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2475" indent="-209550" algn="l" defTabSz="914400" rtl="0" eaLnBrk="1" latinLnBrk="0" hangingPunct="1">
        <a:lnSpc>
          <a:spcPct val="105000"/>
        </a:lnSpc>
        <a:spcBef>
          <a:spcPts val="163"/>
        </a:spcBef>
        <a:spcAft>
          <a:spcPts val="250"/>
        </a:spcAft>
        <a:buClr>
          <a:srgbClr val="425563"/>
        </a:buClr>
        <a:buSzPct val="75000"/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81075" indent="-228600" algn="l" defTabSz="914400" rtl="0" eaLnBrk="1" latinLnBrk="0" hangingPunct="1">
        <a:lnSpc>
          <a:spcPct val="105000"/>
        </a:lnSpc>
        <a:spcBef>
          <a:spcPts val="150"/>
        </a:spcBef>
        <a:spcAft>
          <a:spcPts val="15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-219075" algn="l" defTabSz="914400" rtl="0" eaLnBrk="1" latinLnBrk="0" hangingPunct="1">
        <a:lnSpc>
          <a:spcPct val="105000"/>
        </a:lnSpc>
        <a:spcBef>
          <a:spcPts val="138"/>
        </a:spcBef>
        <a:spcAft>
          <a:spcPts val="138"/>
        </a:spcAft>
        <a:buClr>
          <a:srgbClr val="43536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>
          <p15:clr>
            <a:srgbClr val="F26B43"/>
          </p15:clr>
        </p15:guide>
        <p15:guide id="2" pos="3689">
          <p15:clr>
            <a:srgbClr val="F26B43"/>
          </p15:clr>
        </p15:guide>
        <p15:guide id="3" pos="4006">
          <p15:clr>
            <a:srgbClr val="F26B43"/>
          </p15:clr>
        </p15:guide>
        <p15:guide id="4" pos="7348">
          <p15:clr>
            <a:srgbClr val="F26B43"/>
          </p15:clr>
        </p15:guide>
        <p15:guide id="5" orient="horz" pos="343">
          <p15:clr>
            <a:srgbClr val="F26B43"/>
          </p15:clr>
        </p15:guide>
        <p15:guide id="6" orient="horz" pos="756">
          <p15:clr>
            <a:srgbClr val="F26B43"/>
          </p15:clr>
        </p15:guide>
        <p15:guide id="7" orient="horz" pos="954">
          <p15:clr>
            <a:srgbClr val="F26B43"/>
          </p15:clr>
        </p15:guide>
        <p15:guide id="8" orient="horz" pos="378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pos="3839">
          <p15:clr>
            <a:srgbClr val="F26B43"/>
          </p15:clr>
        </p15:guide>
        <p15:guide id="11" pos="70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BF4CC764-02E5-6C45-E60A-84D0A57877D9}"/>
              </a:ext>
            </a:extLst>
          </p:cNvPr>
          <p:cNvSpPr/>
          <p:nvPr/>
        </p:nvSpPr>
        <p:spPr>
          <a:xfrm>
            <a:off x="2063087" y="930159"/>
            <a:ext cx="82353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7200" b="1" strike="noStrike" spc="-1">
                <a:solidFill>
                  <a:srgbClr val="EF4444"/>
                </a:solidFill>
                <a:latin typeface="Calibri"/>
              </a:rPr>
              <a:t>19.2% Late Deliveries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39843513-BAC6-C2DE-FFA8-A6E536A06E6E}"/>
              </a:ext>
            </a:extLst>
          </p:cNvPr>
          <p:cNvSpPr/>
          <p:nvPr/>
        </p:nvSpPr>
        <p:spPr>
          <a:xfrm>
            <a:off x="2299247" y="2758959"/>
            <a:ext cx="77630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4800" b="0" strike="noStrike" spc="-1">
                <a:solidFill>
                  <a:srgbClr val="FFFFFF"/>
                </a:solidFill>
                <a:latin typeface="Calibri"/>
              </a:rPr>
              <a:t>= 14,000+ Unhappy Customers</a:t>
            </a:r>
            <a:endParaRPr lang="en-US" sz="4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452F872-609D-2988-01C7-17416EE7D350}"/>
              </a:ext>
            </a:extLst>
          </p:cNvPr>
          <p:cNvSpPr/>
          <p:nvPr/>
        </p:nvSpPr>
        <p:spPr>
          <a:xfrm>
            <a:off x="3974327" y="4587759"/>
            <a:ext cx="4413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2400" b="0" strike="noStrike" spc="-1">
                <a:solidFill>
                  <a:srgbClr val="94A3B8"/>
                </a:solidFill>
                <a:latin typeface="Calibri"/>
              </a:rPr>
              <a:t>Real data from 72,000+ shipments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077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CEC07-CA56-8875-3985-71F91D30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E57E54D5-A88D-BFB9-6EBA-89BF9680F8A9}"/>
              </a:ext>
            </a:extLst>
          </p:cNvPr>
          <p:cNvSpPr/>
          <p:nvPr/>
        </p:nvSpPr>
        <p:spPr>
          <a:xfrm>
            <a:off x="3564586" y="754171"/>
            <a:ext cx="4931280" cy="106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6400" b="1" strike="noStrike" spc="-1">
                <a:solidFill>
                  <a:srgbClr val="F5C842"/>
                </a:solidFill>
                <a:latin typeface="Calibri"/>
              </a:rPr>
              <a:t>🚚 DeliveryIQ</a:t>
            </a:r>
            <a:endParaRPr lang="en-US" sz="6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D27485B4-E8F1-FED5-56EF-17CEA04B565F}"/>
              </a:ext>
            </a:extLst>
          </p:cNvPr>
          <p:cNvSpPr/>
          <p:nvPr/>
        </p:nvSpPr>
        <p:spPr>
          <a:xfrm>
            <a:off x="2880226" y="2582971"/>
            <a:ext cx="6300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</a:rPr>
              <a:t>AI-Powered Delivery Risk Advisor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80BE4A8-DDDE-E612-1886-3D36374796CB}"/>
              </a:ext>
            </a:extLst>
          </p:cNvPr>
          <p:cNvSpPr/>
          <p:nvPr/>
        </p:nvSpPr>
        <p:spPr>
          <a:xfrm>
            <a:off x="758353" y="3954571"/>
            <a:ext cx="10544466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94A3B8"/>
                </a:solidFill>
                <a:latin typeface="Calibri"/>
              </a:rPr>
              <a:t>Predict delivery risks. Recommend realistic windows. Update ERPs with confidence.</a:t>
            </a:r>
            <a:endParaRPr lang="en-US" sz="2400" b="0" strike="noStrike" spc="-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05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8BA7-24F6-BB11-FFBC-96DA7786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BAEEDDCE-5C6D-B37C-DB11-E2EDE73F6C98}"/>
              </a:ext>
            </a:extLst>
          </p:cNvPr>
          <p:cNvSpPr/>
          <p:nvPr/>
        </p:nvSpPr>
        <p:spPr>
          <a:xfrm>
            <a:off x="3970404" y="218863"/>
            <a:ext cx="425304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4800" b="1" strike="noStrike" spc="-1">
                <a:solidFill>
                  <a:srgbClr val="F5C842"/>
                </a:solidFill>
                <a:latin typeface="Calibri"/>
              </a:rPr>
              <a:t>Business Impact</a:t>
            </a:r>
            <a:endParaRPr lang="en-US" sz="4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4AA30CD-3E90-074E-91B0-3A67C59E77F5}"/>
              </a:ext>
            </a:extLst>
          </p:cNvPr>
          <p:cNvSpPr/>
          <p:nvPr/>
        </p:nvSpPr>
        <p:spPr>
          <a:xfrm>
            <a:off x="2765430" y="1260685"/>
            <a:ext cx="7495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</a:rPr>
              <a:t>⚡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F828EE9-BB72-7E49-31EF-BA6F4751DD4A}"/>
              </a:ext>
            </a:extLst>
          </p:cNvPr>
          <p:cNvSpPr/>
          <p:nvPr/>
        </p:nvSpPr>
        <p:spPr>
          <a:xfrm>
            <a:off x="5501124" y="1183303"/>
            <a:ext cx="3707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</a:rPr>
              <a:t>Proactive Risk Management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95D34A4-B14A-306B-CAD1-58A41F98EA9F}"/>
              </a:ext>
            </a:extLst>
          </p:cNvPr>
          <p:cNvSpPr/>
          <p:nvPr/>
        </p:nvSpPr>
        <p:spPr>
          <a:xfrm>
            <a:off x="5252004" y="1549063"/>
            <a:ext cx="4205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94A3B8"/>
                </a:solidFill>
                <a:latin typeface="Calibri"/>
              </a:rPr>
              <a:t>Predict late deliveries before customers call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F55FD360-D117-86C0-A73A-CA27BC42683F}"/>
              </a:ext>
            </a:extLst>
          </p:cNvPr>
          <p:cNvSpPr/>
          <p:nvPr/>
        </p:nvSpPr>
        <p:spPr>
          <a:xfrm>
            <a:off x="2765430" y="2449405"/>
            <a:ext cx="7495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</a:rPr>
              <a:t>📊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380653E-2C49-B1C6-6A00-EE5A96FA2151}"/>
              </a:ext>
            </a:extLst>
          </p:cNvPr>
          <p:cNvSpPr/>
          <p:nvPr/>
        </p:nvSpPr>
        <p:spPr>
          <a:xfrm>
            <a:off x="5400324" y="2372023"/>
            <a:ext cx="3908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</a:rPr>
              <a:t>Data-Driven SLA Negotiations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8B79C34-DE77-A9C8-0C75-2D4BA23935A7}"/>
              </a:ext>
            </a:extLst>
          </p:cNvPr>
          <p:cNvSpPr/>
          <p:nvPr/>
        </p:nvSpPr>
        <p:spPr>
          <a:xfrm>
            <a:off x="4979124" y="2737783"/>
            <a:ext cx="475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94A3B8"/>
                </a:solidFill>
                <a:latin typeface="Calibri"/>
              </a:rPr>
              <a:t>Show forwarders exactly where performance lags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7C755B6-5FAA-D4C6-7CAF-23CD8BC50BB0}"/>
              </a:ext>
            </a:extLst>
          </p:cNvPr>
          <p:cNvSpPr/>
          <p:nvPr/>
        </p:nvSpPr>
        <p:spPr>
          <a:xfrm>
            <a:off x="2765430" y="3638125"/>
            <a:ext cx="7495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</a:rPr>
              <a:t>🎯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70C3F23E-BB20-71BE-C34E-5DF13A41983C}"/>
              </a:ext>
            </a:extLst>
          </p:cNvPr>
          <p:cNvSpPr/>
          <p:nvPr/>
        </p:nvSpPr>
        <p:spPr>
          <a:xfrm>
            <a:off x="5030964" y="3560743"/>
            <a:ext cx="46479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</a:rPr>
              <a:t>Accurate Customer Communication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773AE7B-EFFC-5626-FBE8-BBD347657866}"/>
              </a:ext>
            </a:extLst>
          </p:cNvPr>
          <p:cNvSpPr/>
          <p:nvPr/>
        </p:nvSpPr>
        <p:spPr>
          <a:xfrm>
            <a:off x="4928004" y="3926503"/>
            <a:ext cx="4853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94A3B8"/>
                </a:solidFill>
                <a:latin typeface="Calibri"/>
              </a:rPr>
              <a:t>Provide realistic delivery windows with confidence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E39A00D5-7A22-D76F-C797-A803B6A8BE18}"/>
              </a:ext>
            </a:extLst>
          </p:cNvPr>
          <p:cNvSpPr/>
          <p:nvPr/>
        </p:nvSpPr>
        <p:spPr>
          <a:xfrm>
            <a:off x="2765430" y="4826845"/>
            <a:ext cx="7495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alibri"/>
              </a:rPr>
              <a:t>🔄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5FB5FEE-9396-700C-C071-2F1BD6164760}"/>
              </a:ext>
            </a:extLst>
          </p:cNvPr>
          <p:cNvSpPr/>
          <p:nvPr/>
        </p:nvSpPr>
        <p:spPr>
          <a:xfrm>
            <a:off x="5772204" y="4749463"/>
            <a:ext cx="3165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</a:rPr>
              <a:t>ERP System Intelligence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059EA8FD-0A77-34CF-2D9E-3DE6542B5B68}"/>
              </a:ext>
            </a:extLst>
          </p:cNvPr>
          <p:cNvSpPr/>
          <p:nvPr/>
        </p:nvSpPr>
        <p:spPr>
          <a:xfrm>
            <a:off x="4370364" y="5115223"/>
            <a:ext cx="5969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94A3B8"/>
                </a:solidFill>
                <a:latin typeface="Calibri"/>
              </a:rPr>
              <a:t>Automated recommendations to update M3 delivery promises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72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erson in a hard hat and hardhat holding a phone&#10;&#10;Description automatically generated">
            <a:extLst>
              <a:ext uri="{FF2B5EF4-FFF2-40B4-BE49-F238E27FC236}">
                <a16:creationId xmlns:a16="http://schemas.microsoft.com/office/drawing/2014/main" id="{57CDBB6A-D27F-F7AC-6243-3C1EAA918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8"/>
          <a:stretch/>
        </p:blipFill>
        <p:spPr>
          <a:xfrm>
            <a:off x="0" y="0"/>
            <a:ext cx="7954889" cy="6868758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0408A6C-F1B0-4A30-52EB-1CEB8672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4663" y="455538"/>
            <a:ext cx="4234133" cy="5862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Glacier Team</a:t>
            </a:r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034D6B45-9F44-061B-599E-2068E5BD9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4663" y="1043301"/>
            <a:ext cx="4237817" cy="2837338"/>
          </a:xfrm>
        </p:spPr>
        <p:txBody>
          <a:bodyPr/>
          <a:lstStyle/>
          <a:p>
            <a:pPr algn="ctr"/>
            <a:r>
              <a:rPr lang="en-US" sz="1800" dirty="0"/>
              <a:t>Victor Hernandez</a:t>
            </a:r>
            <a:endParaRPr lang="en-US"/>
          </a:p>
          <a:p>
            <a:pPr algn="ctr"/>
            <a:r>
              <a:rPr lang="en-US" sz="1800" dirty="0"/>
              <a:t>Daniel Maturana</a:t>
            </a:r>
          </a:p>
          <a:p>
            <a:pPr algn="ctr"/>
            <a:r>
              <a:rPr lang="en-US" sz="1800" dirty="0"/>
              <a:t>Amir Parsian</a:t>
            </a:r>
          </a:p>
          <a:p>
            <a:pPr algn="ctr"/>
            <a:r>
              <a:rPr lang="en-US" sz="1800" dirty="0"/>
              <a:t>Marco Trincavelli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GitHub Repo:</a:t>
            </a:r>
          </a:p>
          <a:p>
            <a:pPr algn="ctr"/>
            <a:r>
              <a:rPr lang="en-US" sz="1200" b="0" dirty="0"/>
              <a:t>github.com/</a:t>
            </a:r>
            <a:r>
              <a:rPr lang="en-US" sz="1200" b="0" err="1"/>
              <a:t>trinchetto</a:t>
            </a:r>
            <a:r>
              <a:rPr lang="en-US" sz="1200" b="0" dirty="0"/>
              <a:t>/last-mile-delivery-glacier-team</a:t>
            </a:r>
            <a:endParaRPr lang="en-US" sz="1200" dirty="0"/>
          </a:p>
          <a:p>
            <a:endParaRPr lang="en-US" dirty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340CB74B-A048-9CD8-5E13-EB35AD62923D}"/>
              </a:ext>
            </a:extLst>
          </p:cNvPr>
          <p:cNvSpPr txBox="1">
            <a:spLocks/>
          </p:cNvSpPr>
          <p:nvPr/>
        </p:nvSpPr>
        <p:spPr bwMode="gray">
          <a:xfrm>
            <a:off x="8329380" y="4631814"/>
            <a:ext cx="3480187" cy="58628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i="0" kern="1200" cap="none" baseline="0">
                <a:solidFill>
                  <a:srgbClr val="425563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3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BACKING_FORM_KEY" val="2099804-o:\surface and exploration drilling division\2. drill rigs\1. smartroc\smartroc d60\smartroc d60 product presentation_mh.pptx"/>
  <p:tag name="ENGAGE_INTERACTION_TITLE_1" val="Quiz"/>
  <p:tag name="ENGAGE_INTERACTION_FILENAME_1" val="O:\Surface and Exploration Drilling division\2. Drill rigs\1. SmartROC\SmartROC D60\E-learning\Quiz.quiz"/>
  <p:tag name="ENGAGE_INTERACTION_PAUSE_1" val="1"/>
  <p:tag name="ENGAGE_INTERACTION_ID_1" val="a3b75"/>
  <p:tag name="ENGAGE_INTERACTION_TABNAME_1" val="Quiz"/>
  <p:tag name="ENGAGE_LAST_MODIFY_DATE_1" val="42389,4604861111"/>
  <p:tag name="EMBEDDEDCONTENT_LASTWRITETIMEUTC_&amp; CSTR(INDEX)" val="2016-01-20 10:03:06Z"/>
  <p:tag name="AQP_PASS_ACTION_1" val="0"/>
  <p:tag name="AQP_FAIL_ACTION_1" val="0"/>
  <p:tag name="AQP_PASS_SCORE_1" val="80"/>
  <p:tag name="ARTICULATE_DESIGN_ID_3296-EPIROC PPT TEMPLATE" val="LxMlN5Yl"/>
  <p:tag name="ARTICULATE_SLIDE_THUMBNAIL_REFRESH" val="1"/>
  <p:tag name="ARTICULATE_SLIDE_COUNT" val="26"/>
  <p:tag name="ARTICULATE_DESIGN_ID_1_3296-EPIROC PPT TEMPLATE" val="63OB9BQ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OVER SLIDE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A17F802F-9081-43B9-9A2C-2A403B92F600}"/>
    </a:ext>
  </a:extLst>
</a:theme>
</file>

<file path=ppt/theme/theme2.xml><?xml version="1.0" encoding="utf-8"?>
<a:theme xmlns:a="http://schemas.openxmlformats.org/drawingml/2006/main" name="CONTENT AND PHOTO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46A49454-CD6A-4A17-B362-4959FAD6B2C3}"/>
    </a:ext>
  </a:extLst>
</a:theme>
</file>

<file path=ppt/theme/theme3.xml><?xml version="1.0" encoding="utf-8"?>
<a:theme xmlns:a="http://schemas.openxmlformats.org/drawingml/2006/main" name="FULL PAGE PHOTO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59D750F5-E647-4D3E-9B30-F08E8D293947}"/>
    </a:ext>
  </a:extLst>
</a:theme>
</file>

<file path=ppt/theme/theme4.xml><?xml version="1.0" encoding="utf-8"?>
<a:theme xmlns:a="http://schemas.openxmlformats.org/drawingml/2006/main" name="SECTION SLIDE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5B467329-ED01-4F80-9E5D-CC8A6A8FBC6B}"/>
    </a:ext>
  </a:extLst>
</a:theme>
</file>

<file path=ppt/theme/theme5.xml><?xml version="1.0" encoding="utf-8"?>
<a:theme xmlns:a="http://schemas.openxmlformats.org/drawingml/2006/main" name="GREY_CONTENT AND PHOTO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35CA3697-240E-4E05-8A10-B85F1150DB01}"/>
    </a:ext>
  </a:extLst>
</a:theme>
</file>

<file path=ppt/theme/theme6.xml><?xml version="1.0" encoding="utf-8"?>
<a:theme xmlns:a="http://schemas.openxmlformats.org/drawingml/2006/main" name="End slides">
  <a:themeElements>
    <a:clrScheme name="Epiroc_Revised">
      <a:dk1>
        <a:srgbClr val="425563"/>
      </a:dk1>
      <a:lt1>
        <a:sysClr val="window" lastClr="FFFFFF"/>
      </a:lt1>
      <a:dk2>
        <a:srgbClr val="FFC72C"/>
      </a:dk2>
      <a:lt2>
        <a:srgbClr val="ECEBE4"/>
      </a:lt2>
      <a:accent1>
        <a:srgbClr val="425563"/>
      </a:accent1>
      <a:accent2>
        <a:srgbClr val="FFC72C"/>
      </a:accent2>
      <a:accent3>
        <a:srgbClr val="B4B4AA"/>
      </a:accent3>
      <a:accent4>
        <a:srgbClr val="612C51"/>
      </a:accent4>
      <a:accent5>
        <a:srgbClr val="B7312C"/>
      </a:accent5>
      <a:accent6>
        <a:srgbClr val="D86018"/>
      </a:accent6>
      <a:hlink>
        <a:srgbClr val="77746E"/>
      </a:hlink>
      <a:folHlink>
        <a:srgbClr val="001E32"/>
      </a:folHlink>
    </a:clrScheme>
    <a:fontScheme name="Atlascop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5000"/>
          </a:lnSpc>
          <a:spcBef>
            <a:spcPts val="400"/>
          </a:spcBef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5000"/>
          </a:lnSpc>
          <a:spcBef>
            <a:spcPts val="400"/>
          </a:spcBef>
          <a:defRPr sz="1600" dirty="0" err="1" smtClean="0"/>
        </a:defPPr>
      </a:lstStyle>
    </a:txDef>
  </a:objectDefaults>
  <a:extraClrSchemeLst/>
  <a:custClrLst>
    <a:custClr name="Epiroc Dark Grey">
      <a:srgbClr val="796E65"/>
    </a:custClr>
    <a:custClr name="Epiroc Light Grey">
      <a:srgbClr val="EBE8E5"/>
    </a:custClr>
    <a:custClr name="Epiroc Dark Blue">
      <a:srgbClr val="001E32"/>
    </a:custClr>
    <a:custClr name="Epiroc Electric Green">
      <a:srgbClr val="86C8BC"/>
    </a:custClr>
    <a:custClr name="Epiroc Violet">
      <a:srgbClr val="612C51"/>
    </a:custClr>
    <a:custClr name="Epiroc Red">
      <a:srgbClr val="B7312C"/>
    </a:custClr>
    <a:custClr name="Epiroc Green">
      <a:srgbClr val="4C8C2B"/>
    </a:custClr>
    <a:custClr name="Epiroc Light Blue">
      <a:srgbClr val="48A9C5"/>
    </a:custClr>
    <a:custClr name="Epiroc Orange">
      <a:srgbClr val="D86018"/>
    </a:custClr>
  </a:custClrLst>
  <a:extLst>
    <a:ext uri="{05A4C25C-085E-4340-85A3-A5531E510DB2}">
      <thm15:themeFamily xmlns:thm15="http://schemas.microsoft.com/office/thememl/2012/main" name="Presentation1" id="{AF92A7B3-055C-423B-99A2-5A5397ECA29E}" vid="{87579EE0-B2B2-4749-9573-5571E976196E}"/>
    </a:ext>
  </a:extLst>
</a:theme>
</file>

<file path=ppt/theme/theme7.xml><?xml version="1.0" encoding="utf-8"?>
<a:theme xmlns:a="http://schemas.openxmlformats.org/drawingml/2006/main" name="Office Theme">
  <a:themeElements>
    <a:clrScheme name="Atlas Copco">
      <a:dk1>
        <a:srgbClr val="000000"/>
      </a:dk1>
      <a:lt1>
        <a:sysClr val="window" lastClr="FFFFFF"/>
      </a:lt1>
      <a:dk2>
        <a:srgbClr val="0099CC"/>
      </a:dk2>
      <a:lt2>
        <a:srgbClr val="D2D2D2"/>
      </a:lt2>
      <a:accent1>
        <a:srgbClr val="007FAA"/>
      </a:accent1>
      <a:accent2>
        <a:srgbClr val="97979B"/>
      </a:accent2>
      <a:accent3>
        <a:srgbClr val="FFE600"/>
      </a:accent3>
      <a:accent4>
        <a:srgbClr val="FA5318"/>
      </a:accent4>
      <a:accent5>
        <a:srgbClr val="5BBFE3"/>
      </a:accent5>
      <a:accent6>
        <a:srgbClr val="BEE6F4"/>
      </a:accent6>
      <a:hlink>
        <a:srgbClr val="0099CC"/>
      </a:hlink>
      <a:folHlink>
        <a:srgbClr val="6E6E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Atlas Copco">
      <a:dk1>
        <a:srgbClr val="000000"/>
      </a:dk1>
      <a:lt1>
        <a:sysClr val="window" lastClr="FFFFFF"/>
      </a:lt1>
      <a:dk2>
        <a:srgbClr val="0099CC"/>
      </a:dk2>
      <a:lt2>
        <a:srgbClr val="D2D2D2"/>
      </a:lt2>
      <a:accent1>
        <a:srgbClr val="007FAA"/>
      </a:accent1>
      <a:accent2>
        <a:srgbClr val="97979B"/>
      </a:accent2>
      <a:accent3>
        <a:srgbClr val="FFE600"/>
      </a:accent3>
      <a:accent4>
        <a:srgbClr val="FA5318"/>
      </a:accent4>
      <a:accent5>
        <a:srgbClr val="5BBFE3"/>
      </a:accent5>
      <a:accent6>
        <a:srgbClr val="BEE6F4"/>
      </a:accent6>
      <a:hlink>
        <a:srgbClr val="0099CC"/>
      </a:hlink>
      <a:folHlink>
        <a:srgbClr val="6E6E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142BFF3BEEC244BA03558385BFC0C7" ma:contentTypeVersion="14" ma:contentTypeDescription="Create a new document." ma:contentTypeScope="" ma:versionID="6e47f365484825dbf720a1af1f51b191">
  <xsd:schema xmlns:xsd="http://www.w3.org/2001/XMLSchema" xmlns:xs="http://www.w3.org/2001/XMLSchema" xmlns:p="http://schemas.microsoft.com/office/2006/metadata/properties" xmlns:ns2="9ca23edb-3b1b-4db0-9d89-a50f05c31b5f" xmlns:ns3="340ea829-f86a-4c59-80dd-31f53579a2fe" targetNamespace="http://schemas.microsoft.com/office/2006/metadata/properties" ma:root="true" ma:fieldsID="c14f6a989c9dfc02bb8a67a7162b64c4" ns2:_="" ns3:_="">
    <xsd:import namespace="9ca23edb-3b1b-4db0-9d89-a50f05c31b5f"/>
    <xsd:import namespace="340ea829-f86a-4c59-80dd-31f53579a2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23edb-3b1b-4db0-9d89-a50f05c31b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cf4968f-1119-4349-9fe4-6af93dee0d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0ea829-f86a-4c59-80dd-31f53579a2f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f1d415a-1eaf-49d8-9c5c-af2c5368c0c5}" ma:internalName="TaxCatchAll" ma:showField="CatchAllData" ma:web="340ea829-f86a-4c59-80dd-31f53579a2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a23edb-3b1b-4db0-9d89-a50f05c31b5f">
      <Terms xmlns="http://schemas.microsoft.com/office/infopath/2007/PartnerControls"/>
    </lcf76f155ced4ddcb4097134ff3c332f>
    <TaxCatchAll xmlns="340ea829-f86a-4c59-80dd-31f53579a2fe" xsi:nil="true"/>
  </documentManagement>
</p:properties>
</file>

<file path=customXml/itemProps1.xml><?xml version="1.0" encoding="utf-8"?>
<ds:datastoreItem xmlns:ds="http://schemas.openxmlformats.org/officeDocument/2006/customXml" ds:itemID="{AB2534E4-D22E-4599-9F95-573AA57B60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85E20D-0284-482F-92EA-69CAB2D34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23edb-3b1b-4db0-9d89-a50f05c31b5f"/>
    <ds:schemaRef ds:uri="340ea829-f86a-4c59-80dd-31f53579a2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34073B-0023-426F-BFE0-154E9E95A400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9ca23edb-3b1b-4db0-9d89-a50f05c31b5f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340ea829-f86a-4c59-80dd-31f53579a2fe"/>
  </ds:schemaRefs>
</ds:datastoreItem>
</file>

<file path=docMetadata/LabelInfo.xml><?xml version="1.0" encoding="utf-8"?>
<clbl:labelList xmlns:clbl="http://schemas.microsoft.com/office/2020/mipLabelMetadata">
  <clbl:label id="{97fc859b-73bd-4dfd-ab11-ab76efb40620}" enabled="1" method="Privileged" siteId="{896ecbea-bd27-4a3c-a131-34aa0b46a0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Epiroc PPT Template 2024</Template>
  <TotalTime>583</TotalTime>
  <Words>3</Words>
  <Application>Microsoft Office PowerPoint</Application>
  <PresentationFormat>Custom</PresentationFormat>
  <Paragraphs>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COVER SLIDES</vt:lpstr>
      <vt:lpstr>CONTENT AND PHOTOS</vt:lpstr>
      <vt:lpstr>FULL PAGE PHOTOS</vt:lpstr>
      <vt:lpstr>SECTION SLIDES</vt:lpstr>
      <vt:lpstr>GREY_CONTENT AND PHOTOS</vt:lpstr>
      <vt:lpstr>End slides</vt:lpstr>
      <vt:lpstr>PowerPoint Presentation</vt:lpstr>
      <vt:lpstr>PowerPoint Presentation</vt:lpstr>
      <vt:lpstr>PowerPoint Presentation</vt:lpstr>
      <vt:lpstr>The Glacier Team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 Epiroc</dc:title>
  <dc:subject/>
  <dc:creator>Rikard Gard</dc:creator>
  <cp:keywords/>
  <dc:description/>
  <cp:lastModifiedBy>Victor Hernandez Bennetts</cp:lastModifiedBy>
  <cp:revision>78</cp:revision>
  <dcterms:created xsi:type="dcterms:W3CDTF">2024-04-12T07:00:46Z</dcterms:created>
  <dcterms:modified xsi:type="dcterms:W3CDTF">2025-12-16T09:53:53Z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EC9C3F2B-ADD1-4E6E-9439-7ED9103E77CE</vt:lpwstr>
  </property>
  <property fmtid="{D5CDD505-2E9C-101B-9397-08002B2CF9AE}" pid="3" name="ArticulatePath">
    <vt:lpwstr>Epiroc ppt template 11242017_Master (param)</vt:lpwstr>
  </property>
  <property fmtid="{D5CDD505-2E9C-101B-9397-08002B2CF9AE}" pid="4" name="ContentTypeId">
    <vt:lpwstr>0x010100D4142BFF3BEEC244BA03558385BFC0C7</vt:lpwstr>
  </property>
  <property fmtid="{D5CDD505-2E9C-101B-9397-08002B2CF9AE}" pid="5" name="MediaServiceImageTags">
    <vt:lpwstr/>
  </property>
</Properties>
</file>